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10"/>
  </p:notesMasterIdLst>
  <p:handoutMasterIdLst>
    <p:handoutMasterId r:id="rId11"/>
  </p:handoutMasterIdLst>
  <p:sldIdLst>
    <p:sldId id="283" r:id="rId2"/>
    <p:sldId id="270" r:id="rId3"/>
    <p:sldId id="272" r:id="rId4"/>
    <p:sldId id="274" r:id="rId5"/>
    <p:sldId id="276" r:id="rId6"/>
    <p:sldId id="278" r:id="rId7"/>
    <p:sldId id="280" r:id="rId8"/>
    <p:sldId id="282" r:id="rId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CC00"/>
    <a:srgbClr val="011743"/>
    <a:srgbClr val="011C53"/>
    <a:srgbClr val="0E0054"/>
    <a:srgbClr val="FBCF77"/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8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66" y="-102"/>
      </p:cViewPr>
      <p:guideLst>
        <p:guide orient="horz" pos="90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-1446" y="-72"/>
      </p:cViewPr>
      <p:guideLst>
        <p:guide orient="horz" pos="3393"/>
        <p:guide orient="horz" pos="5531"/>
        <p:guide pos="230"/>
        <p:guide pos="4186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70" name="Rectangle 6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968633" y="8866011"/>
            <a:ext cx="3073135" cy="442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71" tIns="44136" rIns="88271" bIns="44136" numCol="1" anchor="b" anchorCtr="0" compatLnSpc="1">
            <a:prstTxWarp prst="textNoShape">
              <a:avLst/>
            </a:prstTxWarp>
          </a:bodyPr>
          <a:lstStyle>
            <a:lvl1pPr algn="ctr" defTabSz="882921">
              <a:defRPr sz="1000">
                <a:latin typeface="Tahoma" pitchFamily="34" charset="0"/>
              </a:defRPr>
            </a:lvl1pPr>
          </a:lstStyle>
          <a:p>
            <a:pPr>
              <a:defRPr/>
            </a:pPr>
            <a:fld id="{6CFA93E1-BF18-471F-8B11-A44C484E0D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50624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8"/>
          <p:cNvGrpSpPr>
            <a:grpSpLocks/>
          </p:cNvGrpSpPr>
          <p:nvPr/>
        </p:nvGrpSpPr>
        <p:grpSpPr bwMode="auto">
          <a:xfrm>
            <a:off x="185605" y="5410603"/>
            <a:ext cx="6639190" cy="3504595"/>
            <a:chOff x="96" y="3408"/>
            <a:chExt cx="4128" cy="2208"/>
          </a:xfrm>
        </p:grpSpPr>
        <p:sp>
          <p:nvSpPr>
            <p:cNvPr id="19465" name="Line 9"/>
            <p:cNvSpPr>
              <a:spLocks noChangeShapeType="1"/>
            </p:cNvSpPr>
            <p:nvPr/>
          </p:nvSpPr>
          <p:spPr bwMode="gray">
            <a:xfrm>
              <a:off x="96" y="3608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6" name="Line 10"/>
            <p:cNvSpPr>
              <a:spLocks noChangeShapeType="1"/>
            </p:cNvSpPr>
            <p:nvPr/>
          </p:nvSpPr>
          <p:spPr bwMode="gray">
            <a:xfrm>
              <a:off x="96" y="3809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7" name="Line 11"/>
            <p:cNvSpPr>
              <a:spLocks noChangeShapeType="1"/>
            </p:cNvSpPr>
            <p:nvPr/>
          </p:nvSpPr>
          <p:spPr bwMode="gray">
            <a:xfrm>
              <a:off x="96" y="4010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8" name="Line 12"/>
            <p:cNvSpPr>
              <a:spLocks noChangeShapeType="1"/>
            </p:cNvSpPr>
            <p:nvPr/>
          </p:nvSpPr>
          <p:spPr bwMode="gray">
            <a:xfrm>
              <a:off x="96" y="4210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69" name="Line 13"/>
            <p:cNvSpPr>
              <a:spLocks noChangeShapeType="1"/>
            </p:cNvSpPr>
            <p:nvPr/>
          </p:nvSpPr>
          <p:spPr bwMode="gray">
            <a:xfrm>
              <a:off x="96" y="4411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0" name="Line 14"/>
            <p:cNvSpPr>
              <a:spLocks noChangeShapeType="1"/>
            </p:cNvSpPr>
            <p:nvPr/>
          </p:nvSpPr>
          <p:spPr bwMode="gray">
            <a:xfrm>
              <a:off x="96" y="4612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gray">
            <a:xfrm>
              <a:off x="96" y="4813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2" name="Line 16"/>
            <p:cNvSpPr>
              <a:spLocks noChangeShapeType="1"/>
            </p:cNvSpPr>
            <p:nvPr/>
          </p:nvSpPr>
          <p:spPr bwMode="gray">
            <a:xfrm>
              <a:off x="96" y="5013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3" name="Line 17"/>
            <p:cNvSpPr>
              <a:spLocks noChangeShapeType="1"/>
            </p:cNvSpPr>
            <p:nvPr/>
          </p:nvSpPr>
          <p:spPr bwMode="gray">
            <a:xfrm>
              <a:off x="96" y="5214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4" name="Line 18"/>
            <p:cNvSpPr>
              <a:spLocks noChangeShapeType="1"/>
            </p:cNvSpPr>
            <p:nvPr/>
          </p:nvSpPr>
          <p:spPr bwMode="gray">
            <a:xfrm>
              <a:off x="96" y="5415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5" name="Line 19"/>
            <p:cNvSpPr>
              <a:spLocks noChangeShapeType="1"/>
            </p:cNvSpPr>
            <p:nvPr/>
          </p:nvSpPr>
          <p:spPr bwMode="gray">
            <a:xfrm>
              <a:off x="96" y="5616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6" name="Line 20"/>
            <p:cNvSpPr>
              <a:spLocks noChangeShapeType="1"/>
            </p:cNvSpPr>
            <p:nvPr/>
          </p:nvSpPr>
          <p:spPr bwMode="gray">
            <a:xfrm>
              <a:off x="96" y="3408"/>
              <a:ext cx="4128" cy="0"/>
            </a:xfrm>
            <a:prstGeom prst="line">
              <a:avLst/>
            </a:prstGeom>
            <a:noFill/>
            <a:ln w="6350">
              <a:solidFill>
                <a:srgbClr val="CECECE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9477" name="Rectangle 2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99060" y="8846030"/>
            <a:ext cx="3010760" cy="450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08" tIns="45604" rIns="91208" bIns="45604" numCol="1" anchor="b" anchorCtr="0" compatLnSpc="1">
            <a:prstTxWarp prst="textNoShape">
              <a:avLst/>
            </a:prstTxWarp>
          </a:bodyPr>
          <a:lstStyle>
            <a:lvl1pPr algn="ctr" defTabSz="911994">
              <a:defRPr sz="1000">
                <a:latin typeface="Tahoma" pitchFamily="34" charset="0"/>
              </a:defRPr>
            </a:lvl1pPr>
          </a:lstStyle>
          <a:p>
            <a:pPr>
              <a:defRPr/>
            </a:pPr>
            <a:fld id="{D0D5C8D5-9972-41D3-9E56-77E2E3AD90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9460" name="Rectangle 2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0188" y="38100"/>
            <a:ext cx="6551612" cy="4914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xmlns="" val="3967255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AB022C-0971-47A0-9F95-923C5189D37D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08025"/>
            <a:ext cx="4622800" cy="3468688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634" y="4411486"/>
            <a:ext cx="5139134" cy="417631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 lIns="93170" tIns="46584" rIns="93170" bIns="46584"/>
          <a:lstStyle/>
          <a:p>
            <a:endParaRPr lang="en-US" smtClean="0">
              <a:sym typeface="Symbol" pitchFamily="18" charset="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6B03FA-F580-4FEE-8A7C-155C26D94401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08025"/>
            <a:ext cx="4622800" cy="3468688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634" y="4411486"/>
            <a:ext cx="5139134" cy="417631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 lIns="93170" tIns="46584" rIns="93170" bIns="46584"/>
          <a:lstStyle/>
          <a:p>
            <a:pPr>
              <a:spcBef>
                <a:spcPct val="0"/>
              </a:spcBef>
            </a:pPr>
            <a:endParaRPr lang="nl-NL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0D8B03-9198-48E8-8D6F-DB84E469AAF9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08025"/>
            <a:ext cx="4622800" cy="34686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634" y="4411486"/>
            <a:ext cx="5139134" cy="417631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 lIns="93170" tIns="46584" rIns="93170" bIns="46584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D858A3-EF52-4CF4-B73D-BFADEBCE2E36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08025"/>
            <a:ext cx="4622800" cy="3468688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634" y="4411486"/>
            <a:ext cx="5139134" cy="417631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 lIns="93170" tIns="46584" rIns="93170" bIns="46584"/>
          <a:lstStyle/>
          <a:p>
            <a:pPr>
              <a:spcBef>
                <a:spcPct val="0"/>
              </a:spcBef>
            </a:pPr>
            <a:endParaRPr lang="en-US" sz="2300"/>
          </a:p>
          <a:p>
            <a:pPr>
              <a:spcBef>
                <a:spcPct val="0"/>
              </a:spcBef>
            </a:pPr>
            <a:endParaRPr lang="en-US" smtClean="0"/>
          </a:p>
          <a:p>
            <a:pPr>
              <a:spcBef>
                <a:spcPct val="0"/>
              </a:spcBef>
            </a:pPr>
            <a:r>
              <a:rPr lang="en-US" smtClean="0"/>
              <a:t>Make sure to place the paper down, when they flip over.  The number 1 must be in the bottom lower hand corner.</a:t>
            </a:r>
          </a:p>
          <a:p>
            <a:pPr>
              <a:spcBef>
                <a:spcPct val="0"/>
              </a:spcBef>
            </a:pPr>
            <a:endParaRPr lang="en-US" smtClean="0"/>
          </a:p>
          <a:p>
            <a:pPr>
              <a:spcBef>
                <a:spcPct val="0"/>
              </a:spcBef>
            </a:pPr>
            <a:r>
              <a:rPr lang="en-US" smtClean="0"/>
              <a:t>Same rules apply 20 second shift, lowest individual score equals team score etc…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002A28-550C-40B5-8307-7F8A9CA0C50A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0625" y="695325"/>
            <a:ext cx="4629150" cy="3471863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634" y="4399190"/>
            <a:ext cx="5139134" cy="41670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3170" tIns="46584" rIns="93170" bIns="46584"/>
          <a:lstStyle/>
          <a:p>
            <a:pPr>
              <a:spcBef>
                <a:spcPct val="0"/>
              </a:spcBef>
            </a:pPr>
            <a:endParaRPr lang="en-US" sz="2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0746EB-55BC-4E20-A2D1-7E01274F890D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08025"/>
            <a:ext cx="4622800" cy="3468688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634" y="4411486"/>
            <a:ext cx="5139134" cy="417631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 lIns="93170" tIns="46584" rIns="93170" bIns="46584"/>
          <a:lstStyle/>
          <a:p>
            <a:endParaRPr lang="en-US" smtClean="0">
              <a:sym typeface="Symbol" pitchFamily="18" charset="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0857C8-FBD0-48EB-931D-DC19A8B51B2C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08025"/>
            <a:ext cx="4622800" cy="3468688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5634" y="4411486"/>
            <a:ext cx="5139134" cy="417631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 lIns="93170" tIns="46584" rIns="93170" bIns="46584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E4D4A-AB3D-44DD-AD3B-4530C250D820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2AAA3-1ADC-47A7-8500-443951E993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D011B-A339-45D0-ACB9-785AA1C92DC4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993FD31C-6B1F-4909-8107-59CC6A345F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614FA-CEAC-4757-92F3-23FE7BB7AB42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9AA6148C-928D-4779-8F92-AFD6CB3B41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18000-AD4C-4557-81EA-EAABCAF4AC31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93386D5C-A33B-4304-B1E3-38662BE386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E48AC-D847-4C9D-8672-5CF5477F87AF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41B91A84-9A47-4AB7-A282-96D7AC136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F06CC0-B976-4856-BC99-5BA584173064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9B2716D4-C7DD-4146-89BA-501452CB32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38902-095C-47E8-953C-3820FDC9BAE3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9E62615F-B8AC-46EA-8A95-7C75FF431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816BC-96FE-41E3-A873-5E2241E95A6F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4B5DAA48-744C-46F9-BC21-EC5A9CA473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F807B-8BB9-4EE7-A123-C3E16EE7A565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84F6224F-E609-4E3C-9C37-1AE051CD40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1D348-927E-4884-B57C-B892A48A6CD4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C20E4522-A29D-4496-AB11-EDA8009C50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81AEB3-1B9A-4A6B-A87E-76F20E7A75CD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921B4837-9436-4409-AC85-71919BFFC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6708A8-D14A-474E-B7F3-899624FFEAEC}" type="datetimeFigureOut">
              <a:rPr lang="en-US"/>
              <a:pPr>
                <a:defRPr/>
              </a:pPr>
              <a:t>7/16/2015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v6.08 5S Numbers Game for Service</a:t>
            </a:r>
            <a:br>
              <a:rPr lang="en-US"/>
            </a:br>
            <a:fld id="{932D7742-BB25-4CF1-98BC-D0DBC39C1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v6.08 5S Numbers Game for Service</a:t>
            </a:r>
            <a:br>
              <a:rPr lang="en-US" smtClean="0"/>
            </a:br>
            <a:fld id="{9B2716D4-C7DD-4146-89BA-501452CB321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0" y="243513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Purpose:	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To show audience the impacts of 5S</a:t>
            </a:r>
          </a:p>
          <a:p>
            <a:pPr eaLnBrk="1" hangingPunct="1">
              <a:defRPr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eaLnBrk="1" hangingPunct="1">
              <a:defRPr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Main Point: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This will demonstrate the benefits of 5S. Have game pre-printed before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module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BASELINE</a:t>
            </a:r>
          </a:p>
        </p:txBody>
      </p:sp>
      <p:grpSp>
        <p:nvGrpSpPr>
          <p:cNvPr id="3078" name="Group 6"/>
          <p:cNvGrpSpPr>
            <a:grpSpLocks noChangeAspect="1"/>
          </p:cNvGrpSpPr>
          <p:nvPr/>
        </p:nvGrpSpPr>
        <p:grpSpPr bwMode="auto">
          <a:xfrm>
            <a:off x="1020763" y="1147764"/>
            <a:ext cx="7280275" cy="5465763"/>
            <a:chOff x="643" y="723"/>
            <a:chExt cx="4586" cy="3443"/>
          </a:xfrm>
        </p:grpSpPr>
        <p:sp>
          <p:nvSpPr>
            <p:cNvPr id="3077" name="AutoShape 5"/>
            <p:cNvSpPr>
              <a:spLocks noChangeAspect="1" noChangeArrowheads="1" noTextEdit="1"/>
            </p:cNvSpPr>
            <p:nvPr/>
          </p:nvSpPr>
          <p:spPr bwMode="auto">
            <a:xfrm>
              <a:off x="643" y="723"/>
              <a:ext cx="4466" cy="34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 rot="5760000">
              <a:off x="4609" y="3562"/>
              <a:ext cx="58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0" name="Rectangle 8"/>
            <p:cNvSpPr>
              <a:spLocks noChangeArrowheads="1"/>
            </p:cNvSpPr>
            <p:nvPr/>
          </p:nvSpPr>
          <p:spPr bwMode="auto">
            <a:xfrm rot="20460000">
              <a:off x="2775" y="3306"/>
              <a:ext cx="253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1" name="Rectangle 9"/>
            <p:cNvSpPr>
              <a:spLocks noChangeArrowheads="1"/>
            </p:cNvSpPr>
            <p:nvPr/>
          </p:nvSpPr>
          <p:spPr bwMode="auto">
            <a:xfrm rot="7440000">
              <a:off x="1187" y="3254"/>
              <a:ext cx="108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2" name="Rectangle 10"/>
            <p:cNvSpPr>
              <a:spLocks noChangeArrowheads="1"/>
            </p:cNvSpPr>
            <p:nvPr/>
          </p:nvSpPr>
          <p:spPr bwMode="auto">
            <a:xfrm rot="11880000">
              <a:off x="4458" y="2194"/>
              <a:ext cx="209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3" name="Rectangle 11"/>
            <p:cNvSpPr>
              <a:spLocks noChangeArrowheads="1"/>
            </p:cNvSpPr>
            <p:nvPr/>
          </p:nvSpPr>
          <p:spPr bwMode="auto">
            <a:xfrm rot="540000">
              <a:off x="3175" y="2077"/>
              <a:ext cx="108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4" name="Rectangle 12"/>
            <p:cNvSpPr>
              <a:spLocks noChangeArrowheads="1"/>
            </p:cNvSpPr>
            <p:nvPr/>
          </p:nvSpPr>
          <p:spPr bwMode="auto">
            <a:xfrm rot="4800000">
              <a:off x="853" y="2345"/>
              <a:ext cx="153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bertus" pitchFamily="34" charset="0"/>
                </a:rPr>
                <a:t>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5" name="Rectangle 13"/>
            <p:cNvSpPr>
              <a:spLocks noChangeArrowheads="1"/>
            </p:cNvSpPr>
            <p:nvPr/>
          </p:nvSpPr>
          <p:spPr bwMode="auto">
            <a:xfrm rot="10560000">
              <a:off x="4653" y="856"/>
              <a:ext cx="229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gerian" pitchFamily="82" charset="0"/>
                </a:rPr>
                <a:t>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6" name="Rectangle 14"/>
            <p:cNvSpPr>
              <a:spLocks noChangeArrowheads="1"/>
            </p:cNvSpPr>
            <p:nvPr/>
          </p:nvSpPr>
          <p:spPr bwMode="auto">
            <a:xfrm rot="16440000">
              <a:off x="2744" y="1150"/>
              <a:ext cx="175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7" name="Rectangle 15"/>
            <p:cNvSpPr>
              <a:spLocks noChangeArrowheads="1"/>
            </p:cNvSpPr>
            <p:nvPr/>
          </p:nvSpPr>
          <p:spPr bwMode="auto">
            <a:xfrm rot="3120000">
              <a:off x="967" y="958"/>
              <a:ext cx="108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8" name="Rectangle 16"/>
            <p:cNvSpPr>
              <a:spLocks noChangeArrowheads="1"/>
            </p:cNvSpPr>
            <p:nvPr/>
          </p:nvSpPr>
          <p:spPr bwMode="auto">
            <a:xfrm>
              <a:off x="4764" y="2896"/>
              <a:ext cx="325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 rot="3720000">
              <a:off x="3107" y="3043"/>
              <a:ext cx="280" cy="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0" name="Rectangle 18"/>
            <p:cNvSpPr>
              <a:spLocks noChangeArrowheads="1"/>
            </p:cNvSpPr>
            <p:nvPr/>
          </p:nvSpPr>
          <p:spPr bwMode="auto">
            <a:xfrm rot="10260000">
              <a:off x="985" y="2860"/>
              <a:ext cx="168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1" name="Rectangle 19"/>
            <p:cNvSpPr>
              <a:spLocks noChangeArrowheads="1"/>
            </p:cNvSpPr>
            <p:nvPr/>
          </p:nvSpPr>
          <p:spPr bwMode="auto">
            <a:xfrm>
              <a:off x="4373" y="2496"/>
              <a:ext cx="146" cy="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2" name="Rectangle 20"/>
            <p:cNvSpPr>
              <a:spLocks noChangeArrowheads="1"/>
            </p:cNvSpPr>
            <p:nvPr/>
          </p:nvSpPr>
          <p:spPr bwMode="auto">
            <a:xfrm rot="1020000">
              <a:off x="2669" y="2173"/>
              <a:ext cx="179" cy="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trider" pitchFamily="18" charset="0"/>
                </a:rPr>
                <a:t>14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3" name="Rectangle 21"/>
            <p:cNvSpPr>
              <a:spLocks noChangeArrowheads="1"/>
            </p:cNvSpPr>
            <p:nvPr/>
          </p:nvSpPr>
          <p:spPr bwMode="auto">
            <a:xfrm rot="4440000">
              <a:off x="1314" y="2021"/>
              <a:ext cx="360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4" name="Rectangle 22"/>
            <p:cNvSpPr>
              <a:spLocks noChangeArrowheads="1"/>
            </p:cNvSpPr>
            <p:nvPr/>
          </p:nvSpPr>
          <p:spPr bwMode="auto">
            <a:xfrm rot="19800000">
              <a:off x="3751" y="1418"/>
              <a:ext cx="642" cy="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Rockwell" pitchFamily="18" charset="0"/>
                </a:rPr>
                <a:t>16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5" name="Rectangle 23"/>
            <p:cNvSpPr>
              <a:spLocks noChangeArrowheads="1"/>
            </p:cNvSpPr>
            <p:nvPr/>
          </p:nvSpPr>
          <p:spPr bwMode="auto">
            <a:xfrm rot="2040000">
              <a:off x="2302" y="835"/>
              <a:ext cx="360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6" name="Rectangle 24"/>
            <p:cNvSpPr>
              <a:spLocks noChangeArrowheads="1"/>
            </p:cNvSpPr>
            <p:nvPr/>
          </p:nvSpPr>
          <p:spPr bwMode="auto">
            <a:xfrm rot="10740000">
              <a:off x="4152" y="3400"/>
              <a:ext cx="280" cy="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5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7" name="Rectangle 25"/>
            <p:cNvSpPr>
              <a:spLocks noChangeArrowheads="1"/>
            </p:cNvSpPr>
            <p:nvPr/>
          </p:nvSpPr>
          <p:spPr bwMode="auto">
            <a:xfrm rot="12840000">
              <a:off x="2859" y="3201"/>
              <a:ext cx="483" cy="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8" name="Rectangle 26"/>
            <p:cNvSpPr>
              <a:spLocks noChangeArrowheads="1"/>
            </p:cNvSpPr>
            <p:nvPr/>
          </p:nvSpPr>
          <p:spPr bwMode="auto">
            <a:xfrm rot="4260000">
              <a:off x="891" y="3582"/>
              <a:ext cx="427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099" name="Rectangle 27"/>
            <p:cNvSpPr>
              <a:spLocks noChangeArrowheads="1"/>
            </p:cNvSpPr>
            <p:nvPr/>
          </p:nvSpPr>
          <p:spPr bwMode="auto">
            <a:xfrm rot="6960000">
              <a:off x="4008" y="2119"/>
              <a:ext cx="360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0" name="Rectangle 28"/>
            <p:cNvSpPr>
              <a:spLocks noChangeArrowheads="1"/>
            </p:cNvSpPr>
            <p:nvPr/>
          </p:nvSpPr>
          <p:spPr bwMode="auto">
            <a:xfrm>
              <a:off x="2990" y="1723"/>
              <a:ext cx="280" cy="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1" name="Rectangle 29"/>
            <p:cNvSpPr>
              <a:spLocks noChangeArrowheads="1"/>
            </p:cNvSpPr>
            <p:nvPr/>
          </p:nvSpPr>
          <p:spPr bwMode="auto">
            <a:xfrm rot="1860000">
              <a:off x="990" y="2218"/>
              <a:ext cx="393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 rot="4260000">
              <a:off x="3870" y="1063"/>
              <a:ext cx="393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3" name="Rectangle 31"/>
            <p:cNvSpPr>
              <a:spLocks noChangeArrowheads="1"/>
            </p:cNvSpPr>
            <p:nvPr/>
          </p:nvSpPr>
          <p:spPr bwMode="auto">
            <a:xfrm rot="16920000">
              <a:off x="3282" y="1327"/>
              <a:ext cx="360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4" name="Rectangle 32"/>
            <p:cNvSpPr>
              <a:spLocks noChangeArrowheads="1"/>
            </p:cNvSpPr>
            <p:nvPr/>
          </p:nvSpPr>
          <p:spPr bwMode="auto">
            <a:xfrm rot="5400000">
              <a:off x="1334" y="1349"/>
              <a:ext cx="393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5" name="Rectangle 33"/>
            <p:cNvSpPr>
              <a:spLocks noChangeArrowheads="1"/>
            </p:cNvSpPr>
            <p:nvPr/>
          </p:nvSpPr>
          <p:spPr bwMode="auto">
            <a:xfrm rot="18540000">
              <a:off x="3894" y="2944"/>
              <a:ext cx="400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6" name="Rectangle 34"/>
            <p:cNvSpPr>
              <a:spLocks noChangeArrowheads="1"/>
            </p:cNvSpPr>
            <p:nvPr/>
          </p:nvSpPr>
          <p:spPr bwMode="auto">
            <a:xfrm rot="2460000">
              <a:off x="2446" y="3279"/>
              <a:ext cx="214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7" name="Rectangle 35"/>
            <p:cNvSpPr>
              <a:spLocks noChangeArrowheads="1"/>
            </p:cNvSpPr>
            <p:nvPr/>
          </p:nvSpPr>
          <p:spPr bwMode="auto">
            <a:xfrm>
              <a:off x="703" y="2931"/>
              <a:ext cx="325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8" name="Rectangle 36"/>
            <p:cNvSpPr>
              <a:spLocks noChangeArrowheads="1"/>
            </p:cNvSpPr>
            <p:nvPr/>
          </p:nvSpPr>
          <p:spPr bwMode="auto">
            <a:xfrm rot="1800000">
              <a:off x="4497" y="1900"/>
              <a:ext cx="529" cy="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09" name="Rectangle 37"/>
            <p:cNvSpPr>
              <a:spLocks noChangeArrowheads="1"/>
            </p:cNvSpPr>
            <p:nvPr/>
          </p:nvSpPr>
          <p:spPr bwMode="auto">
            <a:xfrm rot="3360000">
              <a:off x="2184" y="2513"/>
              <a:ext cx="641" cy="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0" name="Rectangle 38"/>
            <p:cNvSpPr>
              <a:spLocks noChangeArrowheads="1"/>
            </p:cNvSpPr>
            <p:nvPr/>
          </p:nvSpPr>
          <p:spPr bwMode="auto">
            <a:xfrm rot="9420000">
              <a:off x="1414" y="2591"/>
              <a:ext cx="427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1" name="Rectangle 39"/>
            <p:cNvSpPr>
              <a:spLocks noChangeArrowheads="1"/>
            </p:cNvSpPr>
            <p:nvPr/>
          </p:nvSpPr>
          <p:spPr bwMode="auto">
            <a:xfrm rot="4800000">
              <a:off x="4394" y="993"/>
              <a:ext cx="325" cy="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2" name="Rectangle 40"/>
            <p:cNvSpPr>
              <a:spLocks noChangeArrowheads="1"/>
            </p:cNvSpPr>
            <p:nvPr/>
          </p:nvSpPr>
          <p:spPr bwMode="auto">
            <a:xfrm rot="16560000">
              <a:off x="2997" y="756"/>
              <a:ext cx="168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3" name="Rectangle 41"/>
            <p:cNvSpPr>
              <a:spLocks noChangeArrowheads="1"/>
            </p:cNvSpPr>
            <p:nvPr/>
          </p:nvSpPr>
          <p:spPr bwMode="auto">
            <a:xfrm rot="5280000">
              <a:off x="1371" y="891"/>
              <a:ext cx="427" cy="4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4" name="Rectangle 42"/>
            <p:cNvSpPr>
              <a:spLocks noChangeArrowheads="1"/>
            </p:cNvSpPr>
            <p:nvPr/>
          </p:nvSpPr>
          <p:spPr bwMode="auto">
            <a:xfrm rot="3780000">
              <a:off x="3883" y="3508"/>
              <a:ext cx="393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5" name="Rectangle 43"/>
            <p:cNvSpPr>
              <a:spLocks noChangeArrowheads="1"/>
            </p:cNvSpPr>
            <p:nvPr/>
          </p:nvSpPr>
          <p:spPr bwMode="auto">
            <a:xfrm rot="2040000">
              <a:off x="2131" y="3527"/>
              <a:ext cx="238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38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6" name="Rectangle 44"/>
            <p:cNvSpPr>
              <a:spLocks noChangeArrowheads="1"/>
            </p:cNvSpPr>
            <p:nvPr/>
          </p:nvSpPr>
          <p:spPr bwMode="auto">
            <a:xfrm rot="9000000">
              <a:off x="1427" y="3380"/>
              <a:ext cx="280" cy="2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7" name="Rectangle 45"/>
            <p:cNvSpPr>
              <a:spLocks noChangeArrowheads="1"/>
            </p:cNvSpPr>
            <p:nvPr/>
          </p:nvSpPr>
          <p:spPr bwMode="auto">
            <a:xfrm rot="21180000">
              <a:off x="3214" y="2398"/>
              <a:ext cx="709" cy="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41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8" name="Rectangle 46"/>
            <p:cNvSpPr>
              <a:spLocks noChangeArrowheads="1"/>
            </p:cNvSpPr>
            <p:nvPr/>
          </p:nvSpPr>
          <p:spPr bwMode="auto">
            <a:xfrm rot="2220000">
              <a:off x="4114" y="814"/>
              <a:ext cx="450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ranklin Gothic Demi" pitchFamily="34" charset="0"/>
                </a:rPr>
                <a:t>43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19" name="Rectangle 47"/>
            <p:cNvSpPr>
              <a:spLocks noChangeArrowheads="1"/>
            </p:cNvSpPr>
            <p:nvPr/>
          </p:nvSpPr>
          <p:spPr bwMode="auto">
            <a:xfrm rot="1560000">
              <a:off x="2195" y="1481"/>
              <a:ext cx="243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nyx" pitchFamily="82" charset="0"/>
                </a:rPr>
                <a:t>44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0" name="Rectangle 48"/>
            <p:cNvSpPr>
              <a:spLocks noChangeArrowheads="1"/>
            </p:cNvSpPr>
            <p:nvPr/>
          </p:nvSpPr>
          <p:spPr bwMode="auto">
            <a:xfrm rot="19920000">
              <a:off x="700" y="743"/>
              <a:ext cx="393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1" name="Rectangle 49"/>
            <p:cNvSpPr>
              <a:spLocks noChangeArrowheads="1"/>
            </p:cNvSpPr>
            <p:nvPr/>
          </p:nvSpPr>
          <p:spPr bwMode="auto">
            <a:xfrm rot="16920000">
              <a:off x="4449" y="1290"/>
              <a:ext cx="179" cy="1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63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2" name="Rectangle 50"/>
            <p:cNvSpPr>
              <a:spLocks noChangeArrowheads="1"/>
            </p:cNvSpPr>
            <p:nvPr/>
          </p:nvSpPr>
          <p:spPr bwMode="auto">
            <a:xfrm>
              <a:off x="3842" y="2323"/>
              <a:ext cx="214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3" name="Rectangle 51"/>
            <p:cNvSpPr>
              <a:spLocks noChangeArrowheads="1"/>
            </p:cNvSpPr>
            <p:nvPr/>
          </p:nvSpPr>
          <p:spPr bwMode="auto">
            <a:xfrm rot="2700000">
              <a:off x="926" y="1310"/>
              <a:ext cx="360" cy="3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1" u="none" strike="noStrike" cap="none" normalizeH="0" baseline="0" smtClean="0">
                  <a:ln>
                    <a:noFill/>
                  </a:ln>
                  <a:solidFill>
                    <a:srgbClr val="C0C0C0"/>
                  </a:solidFill>
                  <a:effectLst/>
                  <a:latin typeface="Times New Roman" pitchFamily="18" charset="0"/>
                </a:rPr>
                <a:t>18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4" name="Rectangle 52"/>
            <p:cNvSpPr>
              <a:spLocks noChangeArrowheads="1"/>
            </p:cNvSpPr>
            <p:nvPr/>
          </p:nvSpPr>
          <p:spPr bwMode="auto">
            <a:xfrm rot="2700000">
              <a:off x="916" y="1300"/>
              <a:ext cx="360" cy="3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5" name="Rectangle 53"/>
            <p:cNvSpPr>
              <a:spLocks noChangeArrowheads="1"/>
            </p:cNvSpPr>
            <p:nvPr/>
          </p:nvSpPr>
          <p:spPr bwMode="auto">
            <a:xfrm rot="2100000">
              <a:off x="1704" y="2212"/>
              <a:ext cx="328" cy="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6" name="Rectangle 54"/>
            <p:cNvSpPr>
              <a:spLocks noChangeArrowheads="1"/>
            </p:cNvSpPr>
            <p:nvPr/>
          </p:nvSpPr>
          <p:spPr bwMode="auto">
            <a:xfrm>
              <a:off x="3629" y="3385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A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7" name="Rectangle 55"/>
            <p:cNvSpPr>
              <a:spLocks noChangeArrowheads="1"/>
            </p:cNvSpPr>
            <p:nvPr/>
          </p:nvSpPr>
          <p:spPr bwMode="auto">
            <a:xfrm rot="4740000">
              <a:off x="2801" y="3124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B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8" name="Rectangle 56"/>
            <p:cNvSpPr>
              <a:spLocks noChangeArrowheads="1"/>
            </p:cNvSpPr>
            <p:nvPr/>
          </p:nvSpPr>
          <p:spPr bwMode="auto">
            <a:xfrm rot="17760000">
              <a:off x="1455" y="3164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C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29" name="Rectangle 57"/>
            <p:cNvSpPr>
              <a:spLocks noChangeArrowheads="1"/>
            </p:cNvSpPr>
            <p:nvPr/>
          </p:nvSpPr>
          <p:spPr bwMode="auto">
            <a:xfrm rot="10560000">
              <a:off x="4320" y="1868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D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0" name="Rectangle 58"/>
            <p:cNvSpPr>
              <a:spLocks noChangeArrowheads="1"/>
            </p:cNvSpPr>
            <p:nvPr/>
          </p:nvSpPr>
          <p:spPr bwMode="auto">
            <a:xfrm rot="17760000">
              <a:off x="2672" y="1802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E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1" name="Rectangle 59"/>
            <p:cNvSpPr>
              <a:spLocks noChangeArrowheads="1"/>
            </p:cNvSpPr>
            <p:nvPr/>
          </p:nvSpPr>
          <p:spPr bwMode="auto">
            <a:xfrm rot="2280000">
              <a:off x="1059" y="1866"/>
              <a:ext cx="211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F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2" name="Rectangle 60"/>
            <p:cNvSpPr>
              <a:spLocks noChangeArrowheads="1"/>
            </p:cNvSpPr>
            <p:nvPr/>
          </p:nvSpPr>
          <p:spPr bwMode="auto">
            <a:xfrm rot="7140000">
              <a:off x="3558" y="871"/>
              <a:ext cx="200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g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3" name="Rectangle 61"/>
            <p:cNvSpPr>
              <a:spLocks noChangeArrowheads="1"/>
            </p:cNvSpPr>
            <p:nvPr/>
          </p:nvSpPr>
          <p:spPr bwMode="auto">
            <a:xfrm rot="11280000">
              <a:off x="2477" y="1301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H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4" name="Rectangle 62"/>
            <p:cNvSpPr>
              <a:spLocks noChangeArrowheads="1"/>
            </p:cNvSpPr>
            <p:nvPr/>
          </p:nvSpPr>
          <p:spPr bwMode="auto">
            <a:xfrm>
              <a:off x="1253" y="1187"/>
              <a:ext cx="133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2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i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5" name="Rectangle 63"/>
            <p:cNvSpPr>
              <a:spLocks noChangeArrowheads="1"/>
            </p:cNvSpPr>
            <p:nvPr/>
          </p:nvSpPr>
          <p:spPr bwMode="auto">
            <a:xfrm rot="1140000">
              <a:off x="4300" y="2758"/>
              <a:ext cx="219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J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6" name="Rectangle 64"/>
            <p:cNvSpPr>
              <a:spLocks noChangeArrowheads="1"/>
            </p:cNvSpPr>
            <p:nvPr/>
          </p:nvSpPr>
          <p:spPr bwMode="auto">
            <a:xfrm rot="18960000">
              <a:off x="2821" y="2876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K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7" name="Rectangle 65"/>
            <p:cNvSpPr>
              <a:spLocks noChangeArrowheads="1"/>
            </p:cNvSpPr>
            <p:nvPr/>
          </p:nvSpPr>
          <p:spPr bwMode="auto">
            <a:xfrm>
              <a:off x="1217" y="2967"/>
              <a:ext cx="231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L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8" name="Rectangle 66"/>
            <p:cNvSpPr>
              <a:spLocks noChangeArrowheads="1"/>
            </p:cNvSpPr>
            <p:nvPr/>
          </p:nvSpPr>
          <p:spPr bwMode="auto">
            <a:xfrm rot="7860000">
              <a:off x="3637" y="2021"/>
              <a:ext cx="2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M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39" name="Rectangle 67"/>
            <p:cNvSpPr>
              <a:spLocks noChangeArrowheads="1"/>
            </p:cNvSpPr>
            <p:nvPr/>
          </p:nvSpPr>
          <p:spPr bwMode="auto">
            <a:xfrm rot="13980000">
              <a:off x="2450" y="1970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N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0" name="Rectangle 68"/>
            <p:cNvSpPr>
              <a:spLocks noChangeArrowheads="1"/>
            </p:cNvSpPr>
            <p:nvPr/>
          </p:nvSpPr>
          <p:spPr bwMode="auto">
            <a:xfrm rot="3180000">
              <a:off x="1508" y="1852"/>
              <a:ext cx="283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O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1" name="Rectangle 69"/>
            <p:cNvSpPr>
              <a:spLocks noChangeArrowheads="1"/>
            </p:cNvSpPr>
            <p:nvPr/>
          </p:nvSpPr>
          <p:spPr bwMode="auto">
            <a:xfrm rot="8160000">
              <a:off x="4678" y="3297"/>
              <a:ext cx="214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2" name="Rectangle 70"/>
            <p:cNvSpPr>
              <a:spLocks noChangeArrowheads="1"/>
            </p:cNvSpPr>
            <p:nvPr/>
          </p:nvSpPr>
          <p:spPr bwMode="auto">
            <a:xfrm rot="15360000">
              <a:off x="2276" y="3510"/>
              <a:ext cx="528" cy="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</a:rPr>
                <a:t>47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3" name="Rectangle 71"/>
            <p:cNvSpPr>
              <a:spLocks noChangeArrowheads="1"/>
            </p:cNvSpPr>
            <p:nvPr/>
          </p:nvSpPr>
          <p:spPr bwMode="auto">
            <a:xfrm rot="2880000">
              <a:off x="1302" y="2664"/>
              <a:ext cx="360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4" name="Rectangle 72"/>
            <p:cNvSpPr>
              <a:spLocks noChangeArrowheads="1"/>
            </p:cNvSpPr>
            <p:nvPr/>
          </p:nvSpPr>
          <p:spPr bwMode="auto">
            <a:xfrm rot="12780000">
              <a:off x="4659" y="2318"/>
              <a:ext cx="393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5" name="Rectangle 73"/>
            <p:cNvSpPr>
              <a:spLocks noChangeArrowheads="1"/>
            </p:cNvSpPr>
            <p:nvPr/>
          </p:nvSpPr>
          <p:spPr bwMode="auto">
            <a:xfrm>
              <a:off x="2104" y="1117"/>
              <a:ext cx="153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p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6" name="Rectangle 74"/>
            <p:cNvSpPr>
              <a:spLocks noChangeArrowheads="1"/>
            </p:cNvSpPr>
            <p:nvPr/>
          </p:nvSpPr>
          <p:spPr bwMode="auto">
            <a:xfrm>
              <a:off x="703" y="2179"/>
              <a:ext cx="11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q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7" name="Rectangle 75"/>
            <p:cNvSpPr>
              <a:spLocks noChangeArrowheads="1"/>
            </p:cNvSpPr>
            <p:nvPr/>
          </p:nvSpPr>
          <p:spPr bwMode="auto">
            <a:xfrm rot="2040000">
              <a:off x="2848" y="2577"/>
              <a:ext cx="205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R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8" name="Rectangle 76"/>
            <p:cNvSpPr>
              <a:spLocks noChangeArrowheads="1"/>
            </p:cNvSpPr>
            <p:nvPr/>
          </p:nvSpPr>
          <p:spPr bwMode="auto">
            <a:xfrm>
              <a:off x="1820" y="3044"/>
              <a:ext cx="337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S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49" name="Rectangle 77"/>
            <p:cNvSpPr>
              <a:spLocks noChangeArrowheads="1"/>
            </p:cNvSpPr>
            <p:nvPr/>
          </p:nvSpPr>
          <p:spPr bwMode="auto">
            <a:xfrm>
              <a:off x="1963" y="2010"/>
              <a:ext cx="244" cy="3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T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0" name="Rectangle 78"/>
            <p:cNvSpPr>
              <a:spLocks noChangeArrowheads="1"/>
            </p:cNvSpPr>
            <p:nvPr/>
          </p:nvSpPr>
          <p:spPr bwMode="auto">
            <a:xfrm rot="21120000">
              <a:off x="1502" y="3683"/>
              <a:ext cx="343" cy="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u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1" name="Rectangle 79"/>
            <p:cNvSpPr>
              <a:spLocks noChangeArrowheads="1"/>
            </p:cNvSpPr>
            <p:nvPr/>
          </p:nvSpPr>
          <p:spPr bwMode="auto">
            <a:xfrm rot="1260000">
              <a:off x="3452" y="3536"/>
              <a:ext cx="505" cy="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V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2" name="Rectangle 80"/>
            <p:cNvSpPr>
              <a:spLocks noChangeArrowheads="1"/>
            </p:cNvSpPr>
            <p:nvPr/>
          </p:nvSpPr>
          <p:spPr bwMode="auto">
            <a:xfrm rot="18120000">
              <a:off x="2117" y="1997"/>
              <a:ext cx="438" cy="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w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3" name="Rectangle 81"/>
            <p:cNvSpPr>
              <a:spLocks noChangeArrowheads="1"/>
            </p:cNvSpPr>
            <p:nvPr/>
          </p:nvSpPr>
          <p:spPr bwMode="auto">
            <a:xfrm rot="3000000">
              <a:off x="1749" y="1536"/>
              <a:ext cx="393" cy="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x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4" name="Rectangle 82"/>
            <p:cNvSpPr>
              <a:spLocks noChangeArrowheads="1"/>
            </p:cNvSpPr>
            <p:nvPr/>
          </p:nvSpPr>
          <p:spPr bwMode="auto">
            <a:xfrm rot="10800000">
              <a:off x="2688" y="1267"/>
              <a:ext cx="462" cy="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Y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5" name="Rectangle 83"/>
            <p:cNvSpPr>
              <a:spLocks noChangeArrowheads="1"/>
            </p:cNvSpPr>
            <p:nvPr/>
          </p:nvSpPr>
          <p:spPr bwMode="auto">
            <a:xfrm>
              <a:off x="3132" y="972"/>
              <a:ext cx="595" cy="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gerian" pitchFamily="82" charset="0"/>
                </a:rPr>
                <a:t>z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6" name="Rectangle 84"/>
            <p:cNvSpPr>
              <a:spLocks noChangeArrowheads="1"/>
            </p:cNvSpPr>
            <p:nvPr/>
          </p:nvSpPr>
          <p:spPr bwMode="auto">
            <a:xfrm>
              <a:off x="970" y="3121"/>
              <a:ext cx="464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a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7" name="Rectangle 85"/>
            <p:cNvSpPr>
              <a:spLocks noChangeArrowheads="1"/>
            </p:cNvSpPr>
            <p:nvPr/>
          </p:nvSpPr>
          <p:spPr bwMode="auto">
            <a:xfrm>
              <a:off x="4587" y="3472"/>
              <a:ext cx="524" cy="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b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8" name="Rectangle 86"/>
            <p:cNvSpPr>
              <a:spLocks noChangeArrowheads="1"/>
            </p:cNvSpPr>
            <p:nvPr/>
          </p:nvSpPr>
          <p:spPr bwMode="auto">
            <a:xfrm>
              <a:off x="703" y="1667"/>
              <a:ext cx="395" cy="4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c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59" name="Rectangle 87"/>
            <p:cNvSpPr>
              <a:spLocks noChangeArrowheads="1"/>
            </p:cNvSpPr>
            <p:nvPr/>
          </p:nvSpPr>
          <p:spPr bwMode="auto">
            <a:xfrm>
              <a:off x="2920" y="1947"/>
              <a:ext cx="552" cy="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d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0" name="Rectangle 88"/>
            <p:cNvSpPr>
              <a:spLocks noChangeArrowheads="1"/>
            </p:cNvSpPr>
            <p:nvPr/>
          </p:nvSpPr>
          <p:spPr bwMode="auto">
            <a:xfrm>
              <a:off x="1785" y="3581"/>
              <a:ext cx="423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f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1" name="Rectangle 89"/>
            <p:cNvSpPr>
              <a:spLocks noChangeArrowheads="1"/>
            </p:cNvSpPr>
            <p:nvPr/>
          </p:nvSpPr>
          <p:spPr bwMode="auto">
            <a:xfrm>
              <a:off x="2139" y="2915"/>
              <a:ext cx="234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g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2" name="Rectangle 90"/>
            <p:cNvSpPr>
              <a:spLocks noChangeArrowheads="1"/>
            </p:cNvSpPr>
            <p:nvPr/>
          </p:nvSpPr>
          <p:spPr bwMode="auto">
            <a:xfrm>
              <a:off x="2920" y="3437"/>
              <a:ext cx="469" cy="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i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3" name="Rectangle 91"/>
            <p:cNvSpPr>
              <a:spLocks noChangeArrowheads="1"/>
            </p:cNvSpPr>
            <p:nvPr/>
          </p:nvSpPr>
          <p:spPr bwMode="auto">
            <a:xfrm>
              <a:off x="3913" y="2518"/>
              <a:ext cx="414" cy="4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j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4" name="Rectangle 92"/>
            <p:cNvSpPr>
              <a:spLocks noChangeArrowheads="1"/>
            </p:cNvSpPr>
            <p:nvPr/>
          </p:nvSpPr>
          <p:spPr bwMode="auto">
            <a:xfrm>
              <a:off x="1927" y="1061"/>
              <a:ext cx="634" cy="7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9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k</a:t>
              </a:r>
              <a:endPara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5" name="Rectangle 93"/>
            <p:cNvSpPr>
              <a:spLocks noChangeArrowheads="1"/>
            </p:cNvSpPr>
            <p:nvPr/>
          </p:nvSpPr>
          <p:spPr bwMode="auto">
            <a:xfrm>
              <a:off x="4587" y="1561"/>
              <a:ext cx="395" cy="4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l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6" name="Rectangle 94"/>
            <p:cNvSpPr>
              <a:spLocks noChangeArrowheads="1"/>
            </p:cNvSpPr>
            <p:nvPr/>
          </p:nvSpPr>
          <p:spPr bwMode="auto">
            <a:xfrm>
              <a:off x="1785" y="3263"/>
              <a:ext cx="404" cy="4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m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7" name="Rectangle 95"/>
            <p:cNvSpPr>
              <a:spLocks noChangeArrowheads="1"/>
            </p:cNvSpPr>
            <p:nvPr/>
          </p:nvSpPr>
          <p:spPr bwMode="auto">
            <a:xfrm>
              <a:off x="3983" y="3762"/>
              <a:ext cx="28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n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8" name="Rectangle 96"/>
            <p:cNvSpPr>
              <a:spLocks noChangeArrowheads="1"/>
            </p:cNvSpPr>
            <p:nvPr/>
          </p:nvSpPr>
          <p:spPr bwMode="auto">
            <a:xfrm>
              <a:off x="3380" y="2129"/>
              <a:ext cx="320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p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69" name="Rectangle 97"/>
            <p:cNvSpPr>
              <a:spLocks noChangeArrowheads="1"/>
            </p:cNvSpPr>
            <p:nvPr/>
          </p:nvSpPr>
          <p:spPr bwMode="auto">
            <a:xfrm>
              <a:off x="827" y="2553"/>
              <a:ext cx="423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q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70" name="Rectangle 98"/>
            <p:cNvSpPr>
              <a:spLocks noChangeArrowheads="1"/>
            </p:cNvSpPr>
            <p:nvPr/>
          </p:nvSpPr>
          <p:spPr bwMode="auto">
            <a:xfrm>
              <a:off x="3453" y="1670"/>
              <a:ext cx="266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r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71" name="Rectangle 99"/>
            <p:cNvSpPr>
              <a:spLocks noChangeArrowheads="1"/>
            </p:cNvSpPr>
            <p:nvPr/>
          </p:nvSpPr>
          <p:spPr bwMode="auto">
            <a:xfrm>
              <a:off x="757" y="3762"/>
              <a:ext cx="279" cy="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s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72" name="Rectangle 100"/>
            <p:cNvSpPr>
              <a:spLocks noChangeArrowheads="1"/>
            </p:cNvSpPr>
            <p:nvPr/>
          </p:nvSpPr>
          <p:spPr bwMode="auto">
            <a:xfrm>
              <a:off x="3558" y="3052"/>
              <a:ext cx="337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v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73" name="Rectangle 101"/>
            <p:cNvSpPr>
              <a:spLocks noChangeArrowheads="1"/>
            </p:cNvSpPr>
            <p:nvPr/>
          </p:nvSpPr>
          <p:spPr bwMode="auto">
            <a:xfrm>
              <a:off x="1252" y="1526"/>
              <a:ext cx="355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w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74" name="Rectangle 102"/>
            <p:cNvSpPr>
              <a:spLocks noChangeArrowheads="1"/>
            </p:cNvSpPr>
            <p:nvPr/>
          </p:nvSpPr>
          <p:spPr bwMode="auto">
            <a:xfrm>
              <a:off x="1927" y="2624"/>
              <a:ext cx="413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z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75" name="Rectangle 103"/>
            <p:cNvSpPr>
              <a:spLocks noChangeArrowheads="1"/>
            </p:cNvSpPr>
            <p:nvPr/>
          </p:nvSpPr>
          <p:spPr bwMode="auto">
            <a:xfrm>
              <a:off x="4694" y="1170"/>
              <a:ext cx="535" cy="6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y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76" name="Rectangle 104"/>
            <p:cNvSpPr>
              <a:spLocks noChangeArrowheads="1"/>
            </p:cNvSpPr>
            <p:nvPr/>
          </p:nvSpPr>
          <p:spPr bwMode="auto">
            <a:xfrm>
              <a:off x="1856" y="887"/>
              <a:ext cx="412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7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x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180" name="Freeform 108"/>
            <p:cNvSpPr>
              <a:spLocks/>
            </p:cNvSpPr>
            <p:nvPr/>
          </p:nvSpPr>
          <p:spPr bwMode="auto">
            <a:xfrm>
              <a:off x="1314" y="1083"/>
              <a:ext cx="1950" cy="852"/>
            </a:xfrm>
            <a:custGeom>
              <a:avLst/>
              <a:gdLst/>
              <a:ahLst/>
              <a:cxnLst>
                <a:cxn ang="0">
                  <a:pos x="1950" y="426"/>
                </a:cxn>
                <a:cxn ang="0">
                  <a:pos x="1665" y="302"/>
                </a:cxn>
                <a:cxn ang="0">
                  <a:pos x="1665" y="125"/>
                </a:cxn>
                <a:cxn ang="0">
                  <a:pos x="1261" y="125"/>
                </a:cxn>
                <a:cxn ang="0">
                  <a:pos x="975" y="0"/>
                </a:cxn>
                <a:cxn ang="0">
                  <a:pos x="689" y="125"/>
                </a:cxn>
                <a:cxn ang="0">
                  <a:pos x="285" y="125"/>
                </a:cxn>
                <a:cxn ang="0">
                  <a:pos x="286" y="302"/>
                </a:cxn>
                <a:cxn ang="0">
                  <a:pos x="0" y="426"/>
                </a:cxn>
                <a:cxn ang="0">
                  <a:pos x="286" y="551"/>
                </a:cxn>
                <a:cxn ang="0">
                  <a:pos x="285" y="727"/>
                </a:cxn>
                <a:cxn ang="0">
                  <a:pos x="689" y="727"/>
                </a:cxn>
                <a:cxn ang="0">
                  <a:pos x="975" y="852"/>
                </a:cxn>
                <a:cxn ang="0">
                  <a:pos x="1261" y="727"/>
                </a:cxn>
                <a:cxn ang="0">
                  <a:pos x="1665" y="727"/>
                </a:cxn>
                <a:cxn ang="0">
                  <a:pos x="1665" y="551"/>
                </a:cxn>
                <a:cxn ang="0">
                  <a:pos x="1950" y="426"/>
                </a:cxn>
              </a:cxnLst>
              <a:rect l="0" t="0" r="r" b="b"/>
              <a:pathLst>
                <a:path w="1950" h="852">
                  <a:moveTo>
                    <a:pt x="1950" y="426"/>
                  </a:moveTo>
                  <a:lnTo>
                    <a:pt x="1665" y="302"/>
                  </a:lnTo>
                  <a:lnTo>
                    <a:pt x="1665" y="125"/>
                  </a:lnTo>
                  <a:lnTo>
                    <a:pt x="1261" y="125"/>
                  </a:lnTo>
                  <a:lnTo>
                    <a:pt x="975" y="0"/>
                  </a:lnTo>
                  <a:lnTo>
                    <a:pt x="689" y="125"/>
                  </a:lnTo>
                  <a:lnTo>
                    <a:pt x="285" y="125"/>
                  </a:lnTo>
                  <a:lnTo>
                    <a:pt x="286" y="302"/>
                  </a:lnTo>
                  <a:lnTo>
                    <a:pt x="0" y="426"/>
                  </a:lnTo>
                  <a:lnTo>
                    <a:pt x="286" y="551"/>
                  </a:lnTo>
                  <a:lnTo>
                    <a:pt x="285" y="727"/>
                  </a:lnTo>
                  <a:lnTo>
                    <a:pt x="689" y="727"/>
                  </a:lnTo>
                  <a:lnTo>
                    <a:pt x="975" y="852"/>
                  </a:lnTo>
                  <a:lnTo>
                    <a:pt x="1261" y="727"/>
                  </a:lnTo>
                  <a:lnTo>
                    <a:pt x="1665" y="727"/>
                  </a:lnTo>
                  <a:lnTo>
                    <a:pt x="1665" y="551"/>
                  </a:lnTo>
                  <a:lnTo>
                    <a:pt x="1950" y="426"/>
                  </a:lnTo>
                  <a:close/>
                </a:path>
              </a:pathLst>
            </a:custGeom>
            <a:solidFill>
              <a:srgbClr val="C0C0C0">
                <a:alpha val="46000"/>
              </a:srgbClr>
            </a:solidFill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1" name="Rectangle 109"/>
            <p:cNvSpPr>
              <a:spLocks noChangeArrowheads="1"/>
            </p:cNvSpPr>
            <p:nvPr/>
          </p:nvSpPr>
          <p:spPr bwMode="auto">
            <a:xfrm>
              <a:off x="1136" y="2075"/>
              <a:ext cx="1597" cy="1385"/>
            </a:xfrm>
            <a:prstGeom prst="rect">
              <a:avLst/>
            </a:prstGeom>
            <a:solidFill>
              <a:srgbClr val="FFFFFF">
                <a:alpha val="49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4" name="Freeform 112"/>
            <p:cNvSpPr>
              <a:spLocks/>
            </p:cNvSpPr>
            <p:nvPr/>
          </p:nvSpPr>
          <p:spPr bwMode="auto">
            <a:xfrm>
              <a:off x="1136" y="2076"/>
              <a:ext cx="1596" cy="1383"/>
            </a:xfrm>
            <a:custGeom>
              <a:avLst/>
              <a:gdLst/>
              <a:ahLst/>
              <a:cxnLst>
                <a:cxn ang="0">
                  <a:pos x="737" y="2"/>
                </a:cxn>
                <a:cxn ang="0">
                  <a:pos x="657" y="10"/>
                </a:cxn>
                <a:cxn ang="0">
                  <a:pos x="579" y="27"/>
                </a:cxn>
                <a:cxn ang="0">
                  <a:pos x="505" y="48"/>
                </a:cxn>
                <a:cxn ang="0">
                  <a:pos x="435" y="75"/>
                </a:cxn>
                <a:cxn ang="0">
                  <a:pos x="368" y="109"/>
                </a:cxn>
                <a:cxn ang="0">
                  <a:pos x="290" y="158"/>
                </a:cxn>
                <a:cxn ang="0">
                  <a:pos x="220" y="214"/>
                </a:cxn>
                <a:cxn ang="0">
                  <a:pos x="170" y="264"/>
                </a:cxn>
                <a:cxn ang="0">
                  <a:pos x="125" y="318"/>
                </a:cxn>
                <a:cxn ang="0">
                  <a:pos x="87" y="377"/>
                </a:cxn>
                <a:cxn ang="0">
                  <a:pos x="55" y="438"/>
                </a:cxn>
                <a:cxn ang="0">
                  <a:pos x="30" y="502"/>
                </a:cxn>
                <a:cxn ang="0">
                  <a:pos x="12" y="570"/>
                </a:cxn>
                <a:cxn ang="0">
                  <a:pos x="2" y="638"/>
                </a:cxn>
                <a:cxn ang="0">
                  <a:pos x="0" y="710"/>
                </a:cxn>
                <a:cxn ang="0">
                  <a:pos x="6" y="780"/>
                </a:cxn>
                <a:cxn ang="0">
                  <a:pos x="20" y="847"/>
                </a:cxn>
                <a:cxn ang="0">
                  <a:pos x="42" y="913"/>
                </a:cxn>
                <a:cxn ang="0">
                  <a:pos x="70" y="976"/>
                </a:cxn>
                <a:cxn ang="0">
                  <a:pos x="106" y="1036"/>
                </a:cxn>
                <a:cxn ang="0">
                  <a:pos x="148" y="1092"/>
                </a:cxn>
                <a:cxn ang="0">
                  <a:pos x="195" y="1144"/>
                </a:cxn>
                <a:cxn ang="0">
                  <a:pos x="248" y="1192"/>
                </a:cxn>
                <a:cxn ang="0">
                  <a:pos x="336" y="1255"/>
                </a:cxn>
                <a:cxn ang="0">
                  <a:pos x="400" y="1291"/>
                </a:cxn>
                <a:cxn ang="0">
                  <a:pos x="469" y="1321"/>
                </a:cxn>
                <a:cxn ang="0">
                  <a:pos x="542" y="1346"/>
                </a:cxn>
                <a:cxn ang="0">
                  <a:pos x="618" y="1365"/>
                </a:cxn>
                <a:cxn ang="0">
                  <a:pos x="697" y="1378"/>
                </a:cxn>
                <a:cxn ang="0">
                  <a:pos x="777" y="1383"/>
                </a:cxn>
                <a:cxn ang="0">
                  <a:pos x="859" y="1381"/>
                </a:cxn>
                <a:cxn ang="0">
                  <a:pos x="939" y="1373"/>
                </a:cxn>
                <a:cxn ang="0">
                  <a:pos x="1016" y="1356"/>
                </a:cxn>
                <a:cxn ang="0">
                  <a:pos x="1091" y="1335"/>
                </a:cxn>
                <a:cxn ang="0">
                  <a:pos x="1161" y="1307"/>
                </a:cxn>
                <a:cxn ang="0">
                  <a:pos x="1228" y="1274"/>
                </a:cxn>
                <a:cxn ang="0">
                  <a:pos x="1306" y="1225"/>
                </a:cxn>
                <a:cxn ang="0">
                  <a:pos x="1376" y="1169"/>
                </a:cxn>
                <a:cxn ang="0">
                  <a:pos x="1426" y="1119"/>
                </a:cxn>
                <a:cxn ang="0">
                  <a:pos x="1470" y="1064"/>
                </a:cxn>
                <a:cxn ang="0">
                  <a:pos x="1509" y="1006"/>
                </a:cxn>
                <a:cxn ang="0">
                  <a:pos x="1540" y="945"/>
                </a:cxn>
                <a:cxn ang="0">
                  <a:pos x="1565" y="881"/>
                </a:cxn>
                <a:cxn ang="0">
                  <a:pos x="1584" y="813"/>
                </a:cxn>
                <a:cxn ang="0">
                  <a:pos x="1594" y="745"/>
                </a:cxn>
                <a:cxn ang="0">
                  <a:pos x="1595" y="673"/>
                </a:cxn>
                <a:cxn ang="0">
                  <a:pos x="1590" y="603"/>
                </a:cxn>
                <a:cxn ang="0">
                  <a:pos x="1575" y="536"/>
                </a:cxn>
                <a:cxn ang="0">
                  <a:pos x="1554" y="469"/>
                </a:cxn>
                <a:cxn ang="0">
                  <a:pos x="1525" y="407"/>
                </a:cxn>
                <a:cxn ang="0">
                  <a:pos x="1490" y="347"/>
                </a:cxn>
                <a:cxn ang="0">
                  <a:pos x="1449" y="291"/>
                </a:cxn>
                <a:cxn ang="0">
                  <a:pos x="1401" y="239"/>
                </a:cxn>
                <a:cxn ang="0">
                  <a:pos x="1348" y="191"/>
                </a:cxn>
                <a:cxn ang="0">
                  <a:pos x="1260" y="128"/>
                </a:cxn>
                <a:cxn ang="0">
                  <a:pos x="1195" y="92"/>
                </a:cxn>
                <a:cxn ang="0">
                  <a:pos x="1126" y="60"/>
                </a:cxn>
                <a:cxn ang="0">
                  <a:pos x="1053" y="37"/>
                </a:cxn>
                <a:cxn ang="0">
                  <a:pos x="978" y="18"/>
                </a:cxn>
                <a:cxn ang="0">
                  <a:pos x="899" y="5"/>
                </a:cxn>
                <a:cxn ang="0">
                  <a:pos x="818" y="0"/>
                </a:cxn>
              </a:cxnLst>
              <a:rect l="0" t="0" r="r" b="b"/>
              <a:pathLst>
                <a:path w="1596" h="1383">
                  <a:moveTo>
                    <a:pt x="798" y="0"/>
                  </a:moveTo>
                  <a:lnTo>
                    <a:pt x="777" y="0"/>
                  </a:lnTo>
                  <a:lnTo>
                    <a:pt x="757" y="0"/>
                  </a:lnTo>
                  <a:lnTo>
                    <a:pt x="737" y="2"/>
                  </a:lnTo>
                  <a:lnTo>
                    <a:pt x="717" y="3"/>
                  </a:lnTo>
                  <a:lnTo>
                    <a:pt x="697" y="5"/>
                  </a:lnTo>
                  <a:lnTo>
                    <a:pt x="677" y="8"/>
                  </a:lnTo>
                  <a:lnTo>
                    <a:pt x="657" y="10"/>
                  </a:lnTo>
                  <a:lnTo>
                    <a:pt x="637" y="14"/>
                  </a:lnTo>
                  <a:lnTo>
                    <a:pt x="618" y="18"/>
                  </a:lnTo>
                  <a:lnTo>
                    <a:pt x="598" y="22"/>
                  </a:lnTo>
                  <a:lnTo>
                    <a:pt x="579" y="27"/>
                  </a:lnTo>
                  <a:lnTo>
                    <a:pt x="560" y="30"/>
                  </a:lnTo>
                  <a:lnTo>
                    <a:pt x="542" y="37"/>
                  </a:lnTo>
                  <a:lnTo>
                    <a:pt x="524" y="42"/>
                  </a:lnTo>
                  <a:lnTo>
                    <a:pt x="505" y="48"/>
                  </a:lnTo>
                  <a:lnTo>
                    <a:pt x="488" y="54"/>
                  </a:lnTo>
                  <a:lnTo>
                    <a:pt x="469" y="60"/>
                  </a:lnTo>
                  <a:lnTo>
                    <a:pt x="451" y="68"/>
                  </a:lnTo>
                  <a:lnTo>
                    <a:pt x="435" y="75"/>
                  </a:lnTo>
                  <a:lnTo>
                    <a:pt x="418" y="83"/>
                  </a:lnTo>
                  <a:lnTo>
                    <a:pt x="400" y="92"/>
                  </a:lnTo>
                  <a:lnTo>
                    <a:pt x="384" y="100"/>
                  </a:lnTo>
                  <a:lnTo>
                    <a:pt x="368" y="109"/>
                  </a:lnTo>
                  <a:lnTo>
                    <a:pt x="351" y="118"/>
                  </a:lnTo>
                  <a:lnTo>
                    <a:pt x="336" y="128"/>
                  </a:lnTo>
                  <a:lnTo>
                    <a:pt x="320" y="137"/>
                  </a:lnTo>
                  <a:lnTo>
                    <a:pt x="290" y="158"/>
                  </a:lnTo>
                  <a:lnTo>
                    <a:pt x="261" y="179"/>
                  </a:lnTo>
                  <a:lnTo>
                    <a:pt x="248" y="191"/>
                  </a:lnTo>
                  <a:lnTo>
                    <a:pt x="234" y="203"/>
                  </a:lnTo>
                  <a:lnTo>
                    <a:pt x="220" y="214"/>
                  </a:lnTo>
                  <a:lnTo>
                    <a:pt x="208" y="227"/>
                  </a:lnTo>
                  <a:lnTo>
                    <a:pt x="195" y="239"/>
                  </a:lnTo>
                  <a:lnTo>
                    <a:pt x="183" y="252"/>
                  </a:lnTo>
                  <a:lnTo>
                    <a:pt x="170" y="264"/>
                  </a:lnTo>
                  <a:lnTo>
                    <a:pt x="159" y="278"/>
                  </a:lnTo>
                  <a:lnTo>
                    <a:pt x="148" y="291"/>
                  </a:lnTo>
                  <a:lnTo>
                    <a:pt x="136" y="304"/>
                  </a:lnTo>
                  <a:lnTo>
                    <a:pt x="125" y="318"/>
                  </a:lnTo>
                  <a:lnTo>
                    <a:pt x="115" y="333"/>
                  </a:lnTo>
                  <a:lnTo>
                    <a:pt x="106" y="347"/>
                  </a:lnTo>
                  <a:lnTo>
                    <a:pt x="96" y="362"/>
                  </a:lnTo>
                  <a:lnTo>
                    <a:pt x="87" y="377"/>
                  </a:lnTo>
                  <a:lnTo>
                    <a:pt x="79" y="392"/>
                  </a:lnTo>
                  <a:lnTo>
                    <a:pt x="70" y="407"/>
                  </a:lnTo>
                  <a:lnTo>
                    <a:pt x="62" y="422"/>
                  </a:lnTo>
                  <a:lnTo>
                    <a:pt x="55" y="438"/>
                  </a:lnTo>
                  <a:lnTo>
                    <a:pt x="49" y="453"/>
                  </a:lnTo>
                  <a:lnTo>
                    <a:pt x="41" y="469"/>
                  </a:lnTo>
                  <a:lnTo>
                    <a:pt x="36" y="486"/>
                  </a:lnTo>
                  <a:lnTo>
                    <a:pt x="30" y="502"/>
                  </a:lnTo>
                  <a:lnTo>
                    <a:pt x="25" y="518"/>
                  </a:lnTo>
                  <a:lnTo>
                    <a:pt x="20" y="536"/>
                  </a:lnTo>
                  <a:lnTo>
                    <a:pt x="16" y="552"/>
                  </a:lnTo>
                  <a:lnTo>
                    <a:pt x="12" y="570"/>
                  </a:lnTo>
                  <a:lnTo>
                    <a:pt x="9" y="586"/>
                  </a:lnTo>
                  <a:lnTo>
                    <a:pt x="6" y="603"/>
                  </a:lnTo>
                  <a:lnTo>
                    <a:pt x="4" y="621"/>
                  </a:lnTo>
                  <a:lnTo>
                    <a:pt x="2" y="638"/>
                  </a:lnTo>
                  <a:lnTo>
                    <a:pt x="1" y="656"/>
                  </a:lnTo>
                  <a:lnTo>
                    <a:pt x="0" y="673"/>
                  </a:lnTo>
                  <a:lnTo>
                    <a:pt x="0" y="691"/>
                  </a:lnTo>
                  <a:lnTo>
                    <a:pt x="0" y="710"/>
                  </a:lnTo>
                  <a:lnTo>
                    <a:pt x="1" y="727"/>
                  </a:lnTo>
                  <a:lnTo>
                    <a:pt x="2" y="745"/>
                  </a:lnTo>
                  <a:lnTo>
                    <a:pt x="4" y="762"/>
                  </a:lnTo>
                  <a:lnTo>
                    <a:pt x="6" y="780"/>
                  </a:lnTo>
                  <a:lnTo>
                    <a:pt x="9" y="797"/>
                  </a:lnTo>
                  <a:lnTo>
                    <a:pt x="12" y="813"/>
                  </a:lnTo>
                  <a:lnTo>
                    <a:pt x="16" y="831"/>
                  </a:lnTo>
                  <a:lnTo>
                    <a:pt x="20" y="847"/>
                  </a:lnTo>
                  <a:lnTo>
                    <a:pt x="25" y="865"/>
                  </a:lnTo>
                  <a:lnTo>
                    <a:pt x="30" y="881"/>
                  </a:lnTo>
                  <a:lnTo>
                    <a:pt x="36" y="897"/>
                  </a:lnTo>
                  <a:lnTo>
                    <a:pt x="42" y="913"/>
                  </a:lnTo>
                  <a:lnTo>
                    <a:pt x="49" y="930"/>
                  </a:lnTo>
                  <a:lnTo>
                    <a:pt x="55" y="945"/>
                  </a:lnTo>
                  <a:lnTo>
                    <a:pt x="62" y="961"/>
                  </a:lnTo>
                  <a:lnTo>
                    <a:pt x="70" y="976"/>
                  </a:lnTo>
                  <a:lnTo>
                    <a:pt x="79" y="991"/>
                  </a:lnTo>
                  <a:lnTo>
                    <a:pt x="87" y="1006"/>
                  </a:lnTo>
                  <a:lnTo>
                    <a:pt x="96" y="1021"/>
                  </a:lnTo>
                  <a:lnTo>
                    <a:pt x="106" y="1036"/>
                  </a:lnTo>
                  <a:lnTo>
                    <a:pt x="115" y="1050"/>
                  </a:lnTo>
                  <a:lnTo>
                    <a:pt x="126" y="1064"/>
                  </a:lnTo>
                  <a:lnTo>
                    <a:pt x="136" y="1079"/>
                  </a:lnTo>
                  <a:lnTo>
                    <a:pt x="148" y="1092"/>
                  </a:lnTo>
                  <a:lnTo>
                    <a:pt x="159" y="1105"/>
                  </a:lnTo>
                  <a:lnTo>
                    <a:pt x="170" y="1119"/>
                  </a:lnTo>
                  <a:lnTo>
                    <a:pt x="183" y="1131"/>
                  </a:lnTo>
                  <a:lnTo>
                    <a:pt x="195" y="1144"/>
                  </a:lnTo>
                  <a:lnTo>
                    <a:pt x="208" y="1156"/>
                  </a:lnTo>
                  <a:lnTo>
                    <a:pt x="220" y="1169"/>
                  </a:lnTo>
                  <a:lnTo>
                    <a:pt x="234" y="1180"/>
                  </a:lnTo>
                  <a:lnTo>
                    <a:pt x="248" y="1192"/>
                  </a:lnTo>
                  <a:lnTo>
                    <a:pt x="261" y="1204"/>
                  </a:lnTo>
                  <a:lnTo>
                    <a:pt x="290" y="1225"/>
                  </a:lnTo>
                  <a:lnTo>
                    <a:pt x="320" y="1245"/>
                  </a:lnTo>
                  <a:lnTo>
                    <a:pt x="336" y="1255"/>
                  </a:lnTo>
                  <a:lnTo>
                    <a:pt x="351" y="1265"/>
                  </a:lnTo>
                  <a:lnTo>
                    <a:pt x="368" y="1274"/>
                  </a:lnTo>
                  <a:lnTo>
                    <a:pt x="384" y="1282"/>
                  </a:lnTo>
                  <a:lnTo>
                    <a:pt x="400" y="1291"/>
                  </a:lnTo>
                  <a:lnTo>
                    <a:pt x="418" y="1300"/>
                  </a:lnTo>
                  <a:lnTo>
                    <a:pt x="434" y="1307"/>
                  </a:lnTo>
                  <a:lnTo>
                    <a:pt x="451" y="1315"/>
                  </a:lnTo>
                  <a:lnTo>
                    <a:pt x="469" y="1321"/>
                  </a:lnTo>
                  <a:lnTo>
                    <a:pt x="488" y="1329"/>
                  </a:lnTo>
                  <a:lnTo>
                    <a:pt x="505" y="1335"/>
                  </a:lnTo>
                  <a:lnTo>
                    <a:pt x="524" y="1341"/>
                  </a:lnTo>
                  <a:lnTo>
                    <a:pt x="542" y="1346"/>
                  </a:lnTo>
                  <a:lnTo>
                    <a:pt x="560" y="1351"/>
                  </a:lnTo>
                  <a:lnTo>
                    <a:pt x="579" y="1356"/>
                  </a:lnTo>
                  <a:lnTo>
                    <a:pt x="598" y="1361"/>
                  </a:lnTo>
                  <a:lnTo>
                    <a:pt x="618" y="1365"/>
                  </a:lnTo>
                  <a:lnTo>
                    <a:pt x="637" y="1369"/>
                  </a:lnTo>
                  <a:lnTo>
                    <a:pt x="657" y="1373"/>
                  </a:lnTo>
                  <a:lnTo>
                    <a:pt x="677" y="1375"/>
                  </a:lnTo>
                  <a:lnTo>
                    <a:pt x="697" y="1378"/>
                  </a:lnTo>
                  <a:lnTo>
                    <a:pt x="717" y="1379"/>
                  </a:lnTo>
                  <a:lnTo>
                    <a:pt x="737" y="1381"/>
                  </a:lnTo>
                  <a:lnTo>
                    <a:pt x="757" y="1381"/>
                  </a:lnTo>
                  <a:lnTo>
                    <a:pt x="777" y="1383"/>
                  </a:lnTo>
                  <a:lnTo>
                    <a:pt x="798" y="1383"/>
                  </a:lnTo>
                  <a:lnTo>
                    <a:pt x="818" y="1383"/>
                  </a:lnTo>
                  <a:lnTo>
                    <a:pt x="839" y="1383"/>
                  </a:lnTo>
                  <a:lnTo>
                    <a:pt x="859" y="1381"/>
                  </a:lnTo>
                  <a:lnTo>
                    <a:pt x="879" y="1379"/>
                  </a:lnTo>
                  <a:lnTo>
                    <a:pt x="899" y="1378"/>
                  </a:lnTo>
                  <a:lnTo>
                    <a:pt x="919" y="1375"/>
                  </a:lnTo>
                  <a:lnTo>
                    <a:pt x="939" y="1373"/>
                  </a:lnTo>
                  <a:lnTo>
                    <a:pt x="958" y="1369"/>
                  </a:lnTo>
                  <a:lnTo>
                    <a:pt x="978" y="1365"/>
                  </a:lnTo>
                  <a:lnTo>
                    <a:pt x="997" y="1361"/>
                  </a:lnTo>
                  <a:lnTo>
                    <a:pt x="1016" y="1356"/>
                  </a:lnTo>
                  <a:lnTo>
                    <a:pt x="1036" y="1351"/>
                  </a:lnTo>
                  <a:lnTo>
                    <a:pt x="1053" y="1346"/>
                  </a:lnTo>
                  <a:lnTo>
                    <a:pt x="1072" y="1341"/>
                  </a:lnTo>
                  <a:lnTo>
                    <a:pt x="1091" y="1335"/>
                  </a:lnTo>
                  <a:lnTo>
                    <a:pt x="1108" y="1329"/>
                  </a:lnTo>
                  <a:lnTo>
                    <a:pt x="1126" y="1321"/>
                  </a:lnTo>
                  <a:lnTo>
                    <a:pt x="1143" y="1315"/>
                  </a:lnTo>
                  <a:lnTo>
                    <a:pt x="1161" y="1307"/>
                  </a:lnTo>
                  <a:lnTo>
                    <a:pt x="1178" y="1300"/>
                  </a:lnTo>
                  <a:lnTo>
                    <a:pt x="1195" y="1291"/>
                  </a:lnTo>
                  <a:lnTo>
                    <a:pt x="1212" y="1282"/>
                  </a:lnTo>
                  <a:lnTo>
                    <a:pt x="1228" y="1274"/>
                  </a:lnTo>
                  <a:lnTo>
                    <a:pt x="1243" y="1265"/>
                  </a:lnTo>
                  <a:lnTo>
                    <a:pt x="1260" y="1255"/>
                  </a:lnTo>
                  <a:lnTo>
                    <a:pt x="1275" y="1245"/>
                  </a:lnTo>
                  <a:lnTo>
                    <a:pt x="1306" y="1225"/>
                  </a:lnTo>
                  <a:lnTo>
                    <a:pt x="1335" y="1204"/>
                  </a:lnTo>
                  <a:lnTo>
                    <a:pt x="1348" y="1192"/>
                  </a:lnTo>
                  <a:lnTo>
                    <a:pt x="1362" y="1180"/>
                  </a:lnTo>
                  <a:lnTo>
                    <a:pt x="1376" y="1169"/>
                  </a:lnTo>
                  <a:lnTo>
                    <a:pt x="1388" y="1156"/>
                  </a:lnTo>
                  <a:lnTo>
                    <a:pt x="1401" y="1144"/>
                  </a:lnTo>
                  <a:lnTo>
                    <a:pt x="1413" y="1131"/>
                  </a:lnTo>
                  <a:lnTo>
                    <a:pt x="1426" y="1119"/>
                  </a:lnTo>
                  <a:lnTo>
                    <a:pt x="1437" y="1105"/>
                  </a:lnTo>
                  <a:lnTo>
                    <a:pt x="1449" y="1092"/>
                  </a:lnTo>
                  <a:lnTo>
                    <a:pt x="1460" y="1079"/>
                  </a:lnTo>
                  <a:lnTo>
                    <a:pt x="1470" y="1064"/>
                  </a:lnTo>
                  <a:lnTo>
                    <a:pt x="1480" y="1050"/>
                  </a:lnTo>
                  <a:lnTo>
                    <a:pt x="1490" y="1036"/>
                  </a:lnTo>
                  <a:lnTo>
                    <a:pt x="1500" y="1021"/>
                  </a:lnTo>
                  <a:lnTo>
                    <a:pt x="1509" y="1006"/>
                  </a:lnTo>
                  <a:lnTo>
                    <a:pt x="1517" y="991"/>
                  </a:lnTo>
                  <a:lnTo>
                    <a:pt x="1525" y="976"/>
                  </a:lnTo>
                  <a:lnTo>
                    <a:pt x="1532" y="961"/>
                  </a:lnTo>
                  <a:lnTo>
                    <a:pt x="1540" y="945"/>
                  </a:lnTo>
                  <a:lnTo>
                    <a:pt x="1547" y="930"/>
                  </a:lnTo>
                  <a:lnTo>
                    <a:pt x="1554" y="913"/>
                  </a:lnTo>
                  <a:lnTo>
                    <a:pt x="1560" y="897"/>
                  </a:lnTo>
                  <a:lnTo>
                    <a:pt x="1565" y="881"/>
                  </a:lnTo>
                  <a:lnTo>
                    <a:pt x="1570" y="865"/>
                  </a:lnTo>
                  <a:lnTo>
                    <a:pt x="1575" y="847"/>
                  </a:lnTo>
                  <a:lnTo>
                    <a:pt x="1580" y="831"/>
                  </a:lnTo>
                  <a:lnTo>
                    <a:pt x="1584" y="813"/>
                  </a:lnTo>
                  <a:lnTo>
                    <a:pt x="1586" y="797"/>
                  </a:lnTo>
                  <a:lnTo>
                    <a:pt x="1589" y="780"/>
                  </a:lnTo>
                  <a:lnTo>
                    <a:pt x="1591" y="762"/>
                  </a:lnTo>
                  <a:lnTo>
                    <a:pt x="1594" y="745"/>
                  </a:lnTo>
                  <a:lnTo>
                    <a:pt x="1595" y="727"/>
                  </a:lnTo>
                  <a:lnTo>
                    <a:pt x="1595" y="710"/>
                  </a:lnTo>
                  <a:lnTo>
                    <a:pt x="1596" y="691"/>
                  </a:lnTo>
                  <a:lnTo>
                    <a:pt x="1595" y="673"/>
                  </a:lnTo>
                  <a:lnTo>
                    <a:pt x="1595" y="656"/>
                  </a:lnTo>
                  <a:lnTo>
                    <a:pt x="1594" y="638"/>
                  </a:lnTo>
                  <a:lnTo>
                    <a:pt x="1591" y="621"/>
                  </a:lnTo>
                  <a:lnTo>
                    <a:pt x="1590" y="603"/>
                  </a:lnTo>
                  <a:lnTo>
                    <a:pt x="1586" y="586"/>
                  </a:lnTo>
                  <a:lnTo>
                    <a:pt x="1584" y="570"/>
                  </a:lnTo>
                  <a:lnTo>
                    <a:pt x="1580" y="552"/>
                  </a:lnTo>
                  <a:lnTo>
                    <a:pt x="1575" y="536"/>
                  </a:lnTo>
                  <a:lnTo>
                    <a:pt x="1571" y="518"/>
                  </a:lnTo>
                  <a:lnTo>
                    <a:pt x="1565" y="502"/>
                  </a:lnTo>
                  <a:lnTo>
                    <a:pt x="1560" y="486"/>
                  </a:lnTo>
                  <a:lnTo>
                    <a:pt x="1554" y="469"/>
                  </a:lnTo>
                  <a:lnTo>
                    <a:pt x="1547" y="453"/>
                  </a:lnTo>
                  <a:lnTo>
                    <a:pt x="1540" y="438"/>
                  </a:lnTo>
                  <a:lnTo>
                    <a:pt x="1534" y="422"/>
                  </a:lnTo>
                  <a:lnTo>
                    <a:pt x="1525" y="407"/>
                  </a:lnTo>
                  <a:lnTo>
                    <a:pt x="1517" y="392"/>
                  </a:lnTo>
                  <a:lnTo>
                    <a:pt x="1509" y="377"/>
                  </a:lnTo>
                  <a:lnTo>
                    <a:pt x="1500" y="362"/>
                  </a:lnTo>
                  <a:lnTo>
                    <a:pt x="1490" y="347"/>
                  </a:lnTo>
                  <a:lnTo>
                    <a:pt x="1480" y="333"/>
                  </a:lnTo>
                  <a:lnTo>
                    <a:pt x="1470" y="319"/>
                  </a:lnTo>
                  <a:lnTo>
                    <a:pt x="1460" y="304"/>
                  </a:lnTo>
                  <a:lnTo>
                    <a:pt x="1449" y="291"/>
                  </a:lnTo>
                  <a:lnTo>
                    <a:pt x="1437" y="278"/>
                  </a:lnTo>
                  <a:lnTo>
                    <a:pt x="1426" y="264"/>
                  </a:lnTo>
                  <a:lnTo>
                    <a:pt x="1413" y="252"/>
                  </a:lnTo>
                  <a:lnTo>
                    <a:pt x="1401" y="239"/>
                  </a:lnTo>
                  <a:lnTo>
                    <a:pt x="1388" y="227"/>
                  </a:lnTo>
                  <a:lnTo>
                    <a:pt x="1376" y="214"/>
                  </a:lnTo>
                  <a:lnTo>
                    <a:pt x="1362" y="203"/>
                  </a:lnTo>
                  <a:lnTo>
                    <a:pt x="1348" y="191"/>
                  </a:lnTo>
                  <a:lnTo>
                    <a:pt x="1335" y="179"/>
                  </a:lnTo>
                  <a:lnTo>
                    <a:pt x="1306" y="158"/>
                  </a:lnTo>
                  <a:lnTo>
                    <a:pt x="1275" y="137"/>
                  </a:lnTo>
                  <a:lnTo>
                    <a:pt x="1260" y="128"/>
                  </a:lnTo>
                  <a:lnTo>
                    <a:pt x="1243" y="118"/>
                  </a:lnTo>
                  <a:lnTo>
                    <a:pt x="1228" y="109"/>
                  </a:lnTo>
                  <a:lnTo>
                    <a:pt x="1212" y="100"/>
                  </a:lnTo>
                  <a:lnTo>
                    <a:pt x="1195" y="92"/>
                  </a:lnTo>
                  <a:lnTo>
                    <a:pt x="1178" y="83"/>
                  </a:lnTo>
                  <a:lnTo>
                    <a:pt x="1161" y="75"/>
                  </a:lnTo>
                  <a:lnTo>
                    <a:pt x="1143" y="68"/>
                  </a:lnTo>
                  <a:lnTo>
                    <a:pt x="1126" y="60"/>
                  </a:lnTo>
                  <a:lnTo>
                    <a:pt x="1108" y="54"/>
                  </a:lnTo>
                  <a:lnTo>
                    <a:pt x="1091" y="48"/>
                  </a:lnTo>
                  <a:lnTo>
                    <a:pt x="1072" y="42"/>
                  </a:lnTo>
                  <a:lnTo>
                    <a:pt x="1053" y="37"/>
                  </a:lnTo>
                  <a:lnTo>
                    <a:pt x="1036" y="30"/>
                  </a:lnTo>
                  <a:lnTo>
                    <a:pt x="1016" y="27"/>
                  </a:lnTo>
                  <a:lnTo>
                    <a:pt x="997" y="22"/>
                  </a:lnTo>
                  <a:lnTo>
                    <a:pt x="978" y="18"/>
                  </a:lnTo>
                  <a:lnTo>
                    <a:pt x="958" y="14"/>
                  </a:lnTo>
                  <a:lnTo>
                    <a:pt x="939" y="10"/>
                  </a:lnTo>
                  <a:lnTo>
                    <a:pt x="919" y="8"/>
                  </a:lnTo>
                  <a:lnTo>
                    <a:pt x="899" y="5"/>
                  </a:lnTo>
                  <a:lnTo>
                    <a:pt x="879" y="3"/>
                  </a:lnTo>
                  <a:lnTo>
                    <a:pt x="859" y="2"/>
                  </a:lnTo>
                  <a:lnTo>
                    <a:pt x="839" y="0"/>
                  </a:lnTo>
                  <a:lnTo>
                    <a:pt x="818" y="0"/>
                  </a:lnTo>
                  <a:lnTo>
                    <a:pt x="798" y="0"/>
                  </a:lnTo>
                </a:path>
              </a:pathLst>
            </a:cu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8" name="Freeform 116"/>
            <p:cNvSpPr>
              <a:spLocks/>
            </p:cNvSpPr>
            <p:nvPr/>
          </p:nvSpPr>
          <p:spPr bwMode="auto">
            <a:xfrm>
              <a:off x="3618" y="1509"/>
              <a:ext cx="1206" cy="2092"/>
            </a:xfrm>
            <a:custGeom>
              <a:avLst/>
              <a:gdLst/>
              <a:ahLst/>
              <a:cxnLst>
                <a:cxn ang="0">
                  <a:pos x="640" y="420"/>
                </a:cxn>
                <a:cxn ang="0">
                  <a:pos x="543" y="182"/>
                </a:cxn>
                <a:cxn ang="0">
                  <a:pos x="478" y="617"/>
                </a:cxn>
                <a:cxn ang="0">
                  <a:pos x="251" y="351"/>
                </a:cxn>
                <a:cxn ang="0">
                  <a:pos x="300" y="756"/>
                </a:cxn>
                <a:cxn ang="0">
                  <a:pos x="66" y="801"/>
                </a:cxn>
                <a:cxn ang="0">
                  <a:pos x="220" y="1123"/>
                </a:cxn>
                <a:cxn ang="0">
                  <a:pos x="0" y="1247"/>
                </a:cxn>
                <a:cxn ang="0">
                  <a:pos x="186" y="1489"/>
                </a:cxn>
                <a:cxn ang="0">
                  <a:pos x="72" y="1727"/>
                </a:cxn>
                <a:cxn ang="0">
                  <a:pos x="269" y="1767"/>
                </a:cxn>
                <a:cxn ang="0">
                  <a:pos x="275" y="2092"/>
                </a:cxn>
                <a:cxn ang="0">
                  <a:pos x="420" y="1756"/>
                </a:cxn>
                <a:cxn ang="0">
                  <a:pos x="486" y="1910"/>
                </a:cxn>
                <a:cxn ang="0">
                  <a:pos x="552" y="1682"/>
                </a:cxn>
                <a:cxn ang="0">
                  <a:pos x="649" y="1824"/>
                </a:cxn>
                <a:cxn ang="0">
                  <a:pos x="680" y="1543"/>
                </a:cxn>
                <a:cxn ang="0">
                  <a:pos x="834" y="1682"/>
                </a:cxn>
                <a:cxn ang="0">
                  <a:pos x="818" y="1390"/>
                </a:cxn>
                <a:cxn ang="0">
                  <a:pos x="1054" y="1514"/>
                </a:cxn>
                <a:cxn ang="0">
                  <a:pos x="914" y="1193"/>
                </a:cxn>
                <a:cxn ang="0">
                  <a:pos x="1021" y="1094"/>
                </a:cxn>
                <a:cxn ang="0">
                  <a:pos x="948" y="910"/>
                </a:cxn>
                <a:cxn ang="0">
                  <a:pos x="1206" y="644"/>
                </a:cxn>
                <a:cxn ang="0">
                  <a:pos x="914" y="632"/>
                </a:cxn>
                <a:cxn ang="0">
                  <a:pos x="1006" y="307"/>
                </a:cxn>
                <a:cxn ang="0">
                  <a:pos x="812" y="559"/>
                </a:cxn>
                <a:cxn ang="0">
                  <a:pos x="825" y="0"/>
                </a:cxn>
                <a:cxn ang="0">
                  <a:pos x="640" y="420"/>
                </a:cxn>
              </a:cxnLst>
              <a:rect l="0" t="0" r="r" b="b"/>
              <a:pathLst>
                <a:path w="1206" h="2092">
                  <a:moveTo>
                    <a:pt x="640" y="420"/>
                  </a:moveTo>
                  <a:lnTo>
                    <a:pt x="543" y="182"/>
                  </a:lnTo>
                  <a:lnTo>
                    <a:pt x="478" y="617"/>
                  </a:lnTo>
                  <a:lnTo>
                    <a:pt x="251" y="351"/>
                  </a:lnTo>
                  <a:lnTo>
                    <a:pt x="300" y="756"/>
                  </a:lnTo>
                  <a:lnTo>
                    <a:pt x="66" y="801"/>
                  </a:lnTo>
                  <a:lnTo>
                    <a:pt x="220" y="1123"/>
                  </a:lnTo>
                  <a:lnTo>
                    <a:pt x="0" y="1247"/>
                  </a:lnTo>
                  <a:lnTo>
                    <a:pt x="186" y="1489"/>
                  </a:lnTo>
                  <a:lnTo>
                    <a:pt x="72" y="1727"/>
                  </a:lnTo>
                  <a:lnTo>
                    <a:pt x="269" y="1767"/>
                  </a:lnTo>
                  <a:lnTo>
                    <a:pt x="275" y="2092"/>
                  </a:lnTo>
                  <a:lnTo>
                    <a:pt x="420" y="1756"/>
                  </a:lnTo>
                  <a:lnTo>
                    <a:pt x="486" y="1910"/>
                  </a:lnTo>
                  <a:lnTo>
                    <a:pt x="552" y="1682"/>
                  </a:lnTo>
                  <a:lnTo>
                    <a:pt x="649" y="1824"/>
                  </a:lnTo>
                  <a:lnTo>
                    <a:pt x="680" y="1543"/>
                  </a:lnTo>
                  <a:lnTo>
                    <a:pt x="834" y="1682"/>
                  </a:lnTo>
                  <a:lnTo>
                    <a:pt x="818" y="1390"/>
                  </a:lnTo>
                  <a:lnTo>
                    <a:pt x="1054" y="1514"/>
                  </a:lnTo>
                  <a:lnTo>
                    <a:pt x="914" y="1193"/>
                  </a:lnTo>
                  <a:lnTo>
                    <a:pt x="1021" y="1094"/>
                  </a:lnTo>
                  <a:lnTo>
                    <a:pt x="948" y="910"/>
                  </a:lnTo>
                  <a:lnTo>
                    <a:pt x="1206" y="644"/>
                  </a:lnTo>
                  <a:lnTo>
                    <a:pt x="914" y="632"/>
                  </a:lnTo>
                  <a:lnTo>
                    <a:pt x="1006" y="307"/>
                  </a:lnTo>
                  <a:lnTo>
                    <a:pt x="812" y="559"/>
                  </a:lnTo>
                  <a:lnTo>
                    <a:pt x="825" y="0"/>
                  </a:lnTo>
                  <a:lnTo>
                    <a:pt x="640" y="42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66000"/>
              </a:schemeClr>
            </a:solidFill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SORT</a:t>
            </a:r>
          </a:p>
        </p:txBody>
      </p:sp>
      <p:grpSp>
        <p:nvGrpSpPr>
          <p:cNvPr id="4102" name="Group 6"/>
          <p:cNvGrpSpPr>
            <a:grpSpLocks noChangeAspect="1"/>
          </p:cNvGrpSpPr>
          <p:nvPr/>
        </p:nvGrpSpPr>
        <p:grpSpPr bwMode="auto">
          <a:xfrm>
            <a:off x="887413" y="1001713"/>
            <a:ext cx="7372350" cy="5532437"/>
            <a:chOff x="559" y="631"/>
            <a:chExt cx="4644" cy="3485"/>
          </a:xfrm>
        </p:grpSpPr>
        <p:sp>
          <p:nvSpPr>
            <p:cNvPr id="4101" name="AutoShape 5"/>
            <p:cNvSpPr>
              <a:spLocks noChangeAspect="1" noChangeArrowheads="1" noTextEdit="1"/>
            </p:cNvSpPr>
            <p:nvPr/>
          </p:nvSpPr>
          <p:spPr bwMode="auto">
            <a:xfrm>
              <a:off x="559" y="631"/>
              <a:ext cx="4644" cy="34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3" name="Rectangle 7"/>
            <p:cNvSpPr>
              <a:spLocks noChangeArrowheads="1"/>
            </p:cNvSpPr>
            <p:nvPr/>
          </p:nvSpPr>
          <p:spPr bwMode="auto">
            <a:xfrm rot="5760000">
              <a:off x="4676" y="3581"/>
              <a:ext cx="65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04" name="Rectangle 8"/>
            <p:cNvSpPr>
              <a:spLocks noChangeArrowheads="1"/>
            </p:cNvSpPr>
            <p:nvPr/>
          </p:nvSpPr>
          <p:spPr bwMode="auto">
            <a:xfrm rot="20460000">
              <a:off x="2775" y="3318"/>
              <a:ext cx="26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05" name="Rectangle 9"/>
            <p:cNvSpPr>
              <a:spLocks noChangeArrowheads="1"/>
            </p:cNvSpPr>
            <p:nvPr/>
          </p:nvSpPr>
          <p:spPr bwMode="auto">
            <a:xfrm rot="7440000">
              <a:off x="1132" y="3269"/>
              <a:ext cx="10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06" name="Rectangle 10"/>
            <p:cNvSpPr>
              <a:spLocks noChangeArrowheads="1"/>
            </p:cNvSpPr>
            <p:nvPr/>
          </p:nvSpPr>
          <p:spPr bwMode="auto">
            <a:xfrm rot="11880000">
              <a:off x="4527" y="2168"/>
              <a:ext cx="216" cy="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 rot="540000">
              <a:off x="3193" y="2038"/>
              <a:ext cx="10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08" name="Rectangle 12"/>
            <p:cNvSpPr>
              <a:spLocks noChangeArrowheads="1"/>
            </p:cNvSpPr>
            <p:nvPr/>
          </p:nvSpPr>
          <p:spPr bwMode="auto">
            <a:xfrm rot="4800000">
              <a:off x="778" y="2318"/>
              <a:ext cx="15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bertus" pitchFamily="34" charset="0"/>
                </a:rPr>
                <a:t>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09" name="Rectangle 13"/>
            <p:cNvSpPr>
              <a:spLocks noChangeArrowheads="1"/>
            </p:cNvSpPr>
            <p:nvPr/>
          </p:nvSpPr>
          <p:spPr bwMode="auto">
            <a:xfrm rot="10560000">
              <a:off x="4730" y="771"/>
              <a:ext cx="238" cy="2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gerian" pitchFamily="82" charset="0"/>
                </a:rPr>
                <a:t>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0" name="Rectangle 14"/>
            <p:cNvSpPr>
              <a:spLocks noChangeArrowheads="1"/>
            </p:cNvSpPr>
            <p:nvPr/>
          </p:nvSpPr>
          <p:spPr bwMode="auto">
            <a:xfrm rot="16440000">
              <a:off x="2745" y="1075"/>
              <a:ext cx="182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1" name="Rectangle 15"/>
            <p:cNvSpPr>
              <a:spLocks noChangeArrowheads="1"/>
            </p:cNvSpPr>
            <p:nvPr/>
          </p:nvSpPr>
          <p:spPr bwMode="auto">
            <a:xfrm rot="3120000">
              <a:off x="901" y="876"/>
              <a:ext cx="10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2" name="Rectangle 16"/>
            <p:cNvSpPr>
              <a:spLocks noChangeArrowheads="1"/>
            </p:cNvSpPr>
            <p:nvPr/>
          </p:nvSpPr>
          <p:spPr bwMode="auto">
            <a:xfrm>
              <a:off x="4844" y="2891"/>
              <a:ext cx="336" cy="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3" name="Rectangle 17"/>
            <p:cNvSpPr>
              <a:spLocks noChangeArrowheads="1"/>
            </p:cNvSpPr>
            <p:nvPr/>
          </p:nvSpPr>
          <p:spPr bwMode="auto">
            <a:xfrm rot="3720000">
              <a:off x="3121" y="3045"/>
              <a:ext cx="291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4" name="Rectangle 18"/>
            <p:cNvSpPr>
              <a:spLocks noChangeArrowheads="1"/>
            </p:cNvSpPr>
            <p:nvPr/>
          </p:nvSpPr>
          <p:spPr bwMode="auto">
            <a:xfrm rot="10260000">
              <a:off x="921" y="2862"/>
              <a:ext cx="16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5" name="Rectangle 19"/>
            <p:cNvSpPr>
              <a:spLocks noChangeArrowheads="1"/>
            </p:cNvSpPr>
            <p:nvPr/>
          </p:nvSpPr>
          <p:spPr bwMode="auto">
            <a:xfrm>
              <a:off x="4438" y="2476"/>
              <a:ext cx="146" cy="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6" name="Rectangle 20"/>
            <p:cNvSpPr>
              <a:spLocks noChangeArrowheads="1"/>
            </p:cNvSpPr>
            <p:nvPr/>
          </p:nvSpPr>
          <p:spPr bwMode="auto">
            <a:xfrm rot="1020000">
              <a:off x="2664" y="2140"/>
              <a:ext cx="193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trider" pitchFamily="18" charset="0"/>
                </a:rPr>
                <a:t>14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7" name="Rectangle 21"/>
            <p:cNvSpPr>
              <a:spLocks noChangeArrowheads="1"/>
            </p:cNvSpPr>
            <p:nvPr/>
          </p:nvSpPr>
          <p:spPr bwMode="auto">
            <a:xfrm rot="4440000">
              <a:off x="1260" y="1981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8" name="Rectangle 22"/>
            <p:cNvSpPr>
              <a:spLocks noChangeArrowheads="1"/>
            </p:cNvSpPr>
            <p:nvPr/>
          </p:nvSpPr>
          <p:spPr bwMode="auto">
            <a:xfrm rot="19800000">
              <a:off x="3791" y="1354"/>
              <a:ext cx="667" cy="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Rockwell" pitchFamily="18" charset="0"/>
                </a:rPr>
                <a:t>16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19" name="Rectangle 23"/>
            <p:cNvSpPr>
              <a:spLocks noChangeArrowheads="1"/>
            </p:cNvSpPr>
            <p:nvPr/>
          </p:nvSpPr>
          <p:spPr bwMode="auto">
            <a:xfrm rot="2040000">
              <a:off x="2285" y="747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0" name="Rectangle 24"/>
            <p:cNvSpPr>
              <a:spLocks noChangeArrowheads="1"/>
            </p:cNvSpPr>
            <p:nvPr/>
          </p:nvSpPr>
          <p:spPr bwMode="auto">
            <a:xfrm rot="10740000">
              <a:off x="4207" y="3413"/>
              <a:ext cx="291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1" name="Rectangle 25"/>
            <p:cNvSpPr>
              <a:spLocks noChangeArrowheads="1"/>
            </p:cNvSpPr>
            <p:nvPr/>
          </p:nvSpPr>
          <p:spPr bwMode="auto">
            <a:xfrm rot="12840000">
              <a:off x="2868" y="3214"/>
              <a:ext cx="496" cy="4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2" name="Rectangle 26"/>
            <p:cNvSpPr>
              <a:spLocks noChangeArrowheads="1"/>
            </p:cNvSpPr>
            <p:nvPr/>
          </p:nvSpPr>
          <p:spPr bwMode="auto">
            <a:xfrm rot="4260000">
              <a:off x="822" y="3603"/>
              <a:ext cx="437" cy="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3" name="Rectangle 27"/>
            <p:cNvSpPr>
              <a:spLocks noChangeArrowheads="1"/>
            </p:cNvSpPr>
            <p:nvPr/>
          </p:nvSpPr>
          <p:spPr bwMode="auto">
            <a:xfrm rot="6960000">
              <a:off x="4063" y="2085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4" name="Rectangle 28"/>
            <p:cNvSpPr>
              <a:spLocks noChangeArrowheads="1"/>
            </p:cNvSpPr>
            <p:nvPr/>
          </p:nvSpPr>
          <p:spPr bwMode="auto">
            <a:xfrm>
              <a:off x="2999" y="1671"/>
              <a:ext cx="291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5" name="Rectangle 29"/>
            <p:cNvSpPr>
              <a:spLocks noChangeArrowheads="1"/>
            </p:cNvSpPr>
            <p:nvPr/>
          </p:nvSpPr>
          <p:spPr bwMode="auto">
            <a:xfrm rot="1860000">
              <a:off x="922" y="2185"/>
              <a:ext cx="40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6" name="Rectangle 30"/>
            <p:cNvSpPr>
              <a:spLocks noChangeArrowheads="1"/>
            </p:cNvSpPr>
            <p:nvPr/>
          </p:nvSpPr>
          <p:spPr bwMode="auto">
            <a:xfrm rot="4260000">
              <a:off x="3919" y="985"/>
              <a:ext cx="40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7" name="Rectangle 31"/>
            <p:cNvSpPr>
              <a:spLocks noChangeArrowheads="1"/>
            </p:cNvSpPr>
            <p:nvPr/>
          </p:nvSpPr>
          <p:spPr bwMode="auto">
            <a:xfrm rot="16920000">
              <a:off x="3302" y="1261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8" name="Rectangle 32"/>
            <p:cNvSpPr>
              <a:spLocks noChangeArrowheads="1"/>
            </p:cNvSpPr>
            <p:nvPr/>
          </p:nvSpPr>
          <p:spPr bwMode="auto">
            <a:xfrm rot="5400000">
              <a:off x="1283" y="1284"/>
              <a:ext cx="40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29" name="Rectangle 33"/>
            <p:cNvSpPr>
              <a:spLocks noChangeArrowheads="1"/>
            </p:cNvSpPr>
            <p:nvPr/>
          </p:nvSpPr>
          <p:spPr bwMode="auto">
            <a:xfrm rot="18540000">
              <a:off x="3939" y="2943"/>
              <a:ext cx="41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0" name="Rectangle 34"/>
            <p:cNvSpPr>
              <a:spLocks noChangeArrowheads="1"/>
            </p:cNvSpPr>
            <p:nvPr/>
          </p:nvSpPr>
          <p:spPr bwMode="auto">
            <a:xfrm rot="2460000">
              <a:off x="2432" y="3290"/>
              <a:ext cx="225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1" name="Rectangle 35"/>
            <p:cNvSpPr>
              <a:spLocks noChangeArrowheads="1"/>
            </p:cNvSpPr>
            <p:nvPr/>
          </p:nvSpPr>
          <p:spPr bwMode="auto">
            <a:xfrm>
              <a:off x="621" y="2927"/>
              <a:ext cx="336" cy="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2" name="Rectangle 36"/>
            <p:cNvSpPr>
              <a:spLocks noChangeArrowheads="1"/>
            </p:cNvSpPr>
            <p:nvPr/>
          </p:nvSpPr>
          <p:spPr bwMode="auto">
            <a:xfrm rot="1800000">
              <a:off x="4567" y="1855"/>
              <a:ext cx="550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3" name="Rectangle 37"/>
            <p:cNvSpPr>
              <a:spLocks noChangeArrowheads="1"/>
            </p:cNvSpPr>
            <p:nvPr/>
          </p:nvSpPr>
          <p:spPr bwMode="auto">
            <a:xfrm rot="3360000">
              <a:off x="2164" y="2492"/>
              <a:ext cx="663" cy="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4" name="Rectangle 38"/>
            <p:cNvSpPr>
              <a:spLocks noChangeArrowheads="1"/>
            </p:cNvSpPr>
            <p:nvPr/>
          </p:nvSpPr>
          <p:spPr bwMode="auto">
            <a:xfrm rot="9420000">
              <a:off x="1369" y="2578"/>
              <a:ext cx="437" cy="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5" name="Rectangle 39"/>
            <p:cNvSpPr>
              <a:spLocks noChangeArrowheads="1"/>
            </p:cNvSpPr>
            <p:nvPr/>
          </p:nvSpPr>
          <p:spPr bwMode="auto">
            <a:xfrm rot="4800000">
              <a:off x="4463" y="913"/>
              <a:ext cx="336" cy="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6" name="Rectangle 40"/>
            <p:cNvSpPr>
              <a:spLocks noChangeArrowheads="1"/>
            </p:cNvSpPr>
            <p:nvPr/>
          </p:nvSpPr>
          <p:spPr bwMode="auto">
            <a:xfrm rot="16560000">
              <a:off x="3005" y="672"/>
              <a:ext cx="16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7" name="Rectangle 41"/>
            <p:cNvSpPr>
              <a:spLocks noChangeArrowheads="1"/>
            </p:cNvSpPr>
            <p:nvPr/>
          </p:nvSpPr>
          <p:spPr bwMode="auto">
            <a:xfrm rot="5280000">
              <a:off x="1322" y="805"/>
              <a:ext cx="437" cy="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8" name="Rectangle 42"/>
            <p:cNvSpPr>
              <a:spLocks noChangeArrowheads="1"/>
            </p:cNvSpPr>
            <p:nvPr/>
          </p:nvSpPr>
          <p:spPr bwMode="auto">
            <a:xfrm rot="3780000">
              <a:off x="3933" y="3528"/>
              <a:ext cx="405" cy="3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39" name="Rectangle 43"/>
            <p:cNvSpPr>
              <a:spLocks noChangeArrowheads="1"/>
            </p:cNvSpPr>
            <p:nvPr/>
          </p:nvSpPr>
          <p:spPr bwMode="auto">
            <a:xfrm rot="2040000">
              <a:off x="2106" y="3547"/>
              <a:ext cx="24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38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0" name="Rectangle 44"/>
            <p:cNvSpPr>
              <a:spLocks noChangeArrowheads="1"/>
            </p:cNvSpPr>
            <p:nvPr/>
          </p:nvSpPr>
          <p:spPr bwMode="auto">
            <a:xfrm rot="9000000">
              <a:off x="1373" y="3393"/>
              <a:ext cx="291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1" name="Rectangle 45"/>
            <p:cNvSpPr>
              <a:spLocks noChangeArrowheads="1"/>
            </p:cNvSpPr>
            <p:nvPr/>
          </p:nvSpPr>
          <p:spPr bwMode="auto">
            <a:xfrm rot="21180000">
              <a:off x="3233" y="2373"/>
              <a:ext cx="734" cy="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41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2" name="Rectangle 46"/>
            <p:cNvSpPr>
              <a:spLocks noChangeArrowheads="1"/>
            </p:cNvSpPr>
            <p:nvPr/>
          </p:nvSpPr>
          <p:spPr bwMode="auto">
            <a:xfrm rot="2220000">
              <a:off x="4171" y="725"/>
              <a:ext cx="464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ranklin Gothic Demi" pitchFamily="34" charset="0"/>
                </a:rPr>
                <a:t>43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3" name="Rectangle 47"/>
            <p:cNvSpPr>
              <a:spLocks noChangeArrowheads="1"/>
            </p:cNvSpPr>
            <p:nvPr/>
          </p:nvSpPr>
          <p:spPr bwMode="auto">
            <a:xfrm rot="1560000">
              <a:off x="2174" y="1417"/>
              <a:ext cx="248" cy="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nyx" pitchFamily="82" charset="0"/>
                </a:rPr>
                <a:t>44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4" name="Rectangle 48"/>
            <p:cNvSpPr>
              <a:spLocks noChangeArrowheads="1"/>
            </p:cNvSpPr>
            <p:nvPr/>
          </p:nvSpPr>
          <p:spPr bwMode="auto">
            <a:xfrm rot="19920000">
              <a:off x="615" y="652"/>
              <a:ext cx="40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5" name="Rectangle 49"/>
            <p:cNvSpPr>
              <a:spLocks noChangeArrowheads="1"/>
            </p:cNvSpPr>
            <p:nvPr/>
          </p:nvSpPr>
          <p:spPr bwMode="auto">
            <a:xfrm rot="16920000">
              <a:off x="4516" y="1216"/>
              <a:ext cx="193" cy="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63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6" name="Rectangle 50"/>
            <p:cNvSpPr>
              <a:spLocks noChangeArrowheads="1"/>
            </p:cNvSpPr>
            <p:nvPr/>
          </p:nvSpPr>
          <p:spPr bwMode="auto">
            <a:xfrm>
              <a:off x="3885" y="2295"/>
              <a:ext cx="225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7" name="Rectangle 51"/>
            <p:cNvSpPr>
              <a:spLocks noChangeArrowheads="1"/>
            </p:cNvSpPr>
            <p:nvPr/>
          </p:nvSpPr>
          <p:spPr bwMode="auto">
            <a:xfrm rot="2700000">
              <a:off x="854" y="1241"/>
              <a:ext cx="372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1" u="none" strike="noStrike" cap="none" normalizeH="0" baseline="0" smtClean="0">
                  <a:ln>
                    <a:noFill/>
                  </a:ln>
                  <a:solidFill>
                    <a:srgbClr val="C0C0C0"/>
                  </a:solidFill>
                  <a:effectLst/>
                  <a:latin typeface="Times New Roman" pitchFamily="18" charset="0"/>
                </a:rPr>
                <a:t>18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8" name="Rectangle 52"/>
            <p:cNvSpPr>
              <a:spLocks noChangeArrowheads="1"/>
            </p:cNvSpPr>
            <p:nvPr/>
          </p:nvSpPr>
          <p:spPr bwMode="auto">
            <a:xfrm rot="2700000">
              <a:off x="843" y="1231"/>
              <a:ext cx="372" cy="3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49" name="Rectangle 53"/>
            <p:cNvSpPr>
              <a:spLocks noChangeArrowheads="1"/>
            </p:cNvSpPr>
            <p:nvPr/>
          </p:nvSpPr>
          <p:spPr bwMode="auto">
            <a:xfrm rot="2100000">
              <a:off x="1663" y="2179"/>
              <a:ext cx="338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1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50" name="Rectangle 54"/>
            <p:cNvSpPr>
              <a:spLocks noChangeArrowheads="1"/>
            </p:cNvSpPr>
            <p:nvPr/>
          </p:nvSpPr>
          <p:spPr bwMode="auto">
            <a:xfrm rot="8160000">
              <a:off x="4749" y="3306"/>
              <a:ext cx="225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51" name="Rectangle 55"/>
            <p:cNvSpPr>
              <a:spLocks noChangeArrowheads="1"/>
            </p:cNvSpPr>
            <p:nvPr/>
          </p:nvSpPr>
          <p:spPr bwMode="auto">
            <a:xfrm rot="15360000">
              <a:off x="2258" y="3539"/>
              <a:ext cx="541" cy="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</a:rPr>
                <a:t>47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52" name="Rectangle 56"/>
            <p:cNvSpPr>
              <a:spLocks noChangeArrowheads="1"/>
            </p:cNvSpPr>
            <p:nvPr/>
          </p:nvSpPr>
          <p:spPr bwMode="auto">
            <a:xfrm rot="2880000">
              <a:off x="1246" y="2649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53" name="Rectangle 57"/>
            <p:cNvSpPr>
              <a:spLocks noChangeArrowheads="1"/>
            </p:cNvSpPr>
            <p:nvPr/>
          </p:nvSpPr>
          <p:spPr bwMode="auto">
            <a:xfrm rot="12780000">
              <a:off x="4736" y="2298"/>
              <a:ext cx="40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69" name="AutoShape 5"/>
          <p:cNvSpPr>
            <a:spLocks noChangeAspect="1" noChangeArrowheads="1" noTextEdit="1"/>
          </p:cNvSpPr>
          <p:nvPr/>
        </p:nvSpPr>
        <p:spPr bwMode="auto">
          <a:xfrm>
            <a:off x="1020763" y="1147764"/>
            <a:ext cx="7089775" cy="545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112"/>
          <p:cNvSpPr>
            <a:spLocks/>
          </p:cNvSpPr>
          <p:nvPr/>
        </p:nvSpPr>
        <p:spPr bwMode="auto">
          <a:xfrm>
            <a:off x="1803401" y="3295652"/>
            <a:ext cx="2533650" cy="2195513"/>
          </a:xfrm>
          <a:custGeom>
            <a:avLst/>
            <a:gdLst/>
            <a:ahLst/>
            <a:cxnLst>
              <a:cxn ang="0">
                <a:pos x="737" y="2"/>
              </a:cxn>
              <a:cxn ang="0">
                <a:pos x="657" y="10"/>
              </a:cxn>
              <a:cxn ang="0">
                <a:pos x="579" y="27"/>
              </a:cxn>
              <a:cxn ang="0">
                <a:pos x="505" y="48"/>
              </a:cxn>
              <a:cxn ang="0">
                <a:pos x="435" y="75"/>
              </a:cxn>
              <a:cxn ang="0">
                <a:pos x="368" y="109"/>
              </a:cxn>
              <a:cxn ang="0">
                <a:pos x="290" y="158"/>
              </a:cxn>
              <a:cxn ang="0">
                <a:pos x="220" y="214"/>
              </a:cxn>
              <a:cxn ang="0">
                <a:pos x="170" y="264"/>
              </a:cxn>
              <a:cxn ang="0">
                <a:pos x="125" y="318"/>
              </a:cxn>
              <a:cxn ang="0">
                <a:pos x="87" y="377"/>
              </a:cxn>
              <a:cxn ang="0">
                <a:pos x="55" y="438"/>
              </a:cxn>
              <a:cxn ang="0">
                <a:pos x="30" y="502"/>
              </a:cxn>
              <a:cxn ang="0">
                <a:pos x="12" y="570"/>
              </a:cxn>
              <a:cxn ang="0">
                <a:pos x="2" y="638"/>
              </a:cxn>
              <a:cxn ang="0">
                <a:pos x="0" y="710"/>
              </a:cxn>
              <a:cxn ang="0">
                <a:pos x="6" y="780"/>
              </a:cxn>
              <a:cxn ang="0">
                <a:pos x="20" y="847"/>
              </a:cxn>
              <a:cxn ang="0">
                <a:pos x="42" y="913"/>
              </a:cxn>
              <a:cxn ang="0">
                <a:pos x="70" y="976"/>
              </a:cxn>
              <a:cxn ang="0">
                <a:pos x="106" y="1036"/>
              </a:cxn>
              <a:cxn ang="0">
                <a:pos x="148" y="1092"/>
              </a:cxn>
              <a:cxn ang="0">
                <a:pos x="195" y="1144"/>
              </a:cxn>
              <a:cxn ang="0">
                <a:pos x="248" y="1192"/>
              </a:cxn>
              <a:cxn ang="0">
                <a:pos x="336" y="1255"/>
              </a:cxn>
              <a:cxn ang="0">
                <a:pos x="400" y="1291"/>
              </a:cxn>
              <a:cxn ang="0">
                <a:pos x="469" y="1321"/>
              </a:cxn>
              <a:cxn ang="0">
                <a:pos x="542" y="1346"/>
              </a:cxn>
              <a:cxn ang="0">
                <a:pos x="618" y="1365"/>
              </a:cxn>
              <a:cxn ang="0">
                <a:pos x="697" y="1378"/>
              </a:cxn>
              <a:cxn ang="0">
                <a:pos x="777" y="1383"/>
              </a:cxn>
              <a:cxn ang="0">
                <a:pos x="859" y="1381"/>
              </a:cxn>
              <a:cxn ang="0">
                <a:pos x="939" y="1373"/>
              </a:cxn>
              <a:cxn ang="0">
                <a:pos x="1016" y="1356"/>
              </a:cxn>
              <a:cxn ang="0">
                <a:pos x="1091" y="1335"/>
              </a:cxn>
              <a:cxn ang="0">
                <a:pos x="1161" y="1307"/>
              </a:cxn>
              <a:cxn ang="0">
                <a:pos x="1228" y="1274"/>
              </a:cxn>
              <a:cxn ang="0">
                <a:pos x="1306" y="1225"/>
              </a:cxn>
              <a:cxn ang="0">
                <a:pos x="1376" y="1169"/>
              </a:cxn>
              <a:cxn ang="0">
                <a:pos x="1426" y="1119"/>
              </a:cxn>
              <a:cxn ang="0">
                <a:pos x="1470" y="1064"/>
              </a:cxn>
              <a:cxn ang="0">
                <a:pos x="1509" y="1006"/>
              </a:cxn>
              <a:cxn ang="0">
                <a:pos x="1540" y="945"/>
              </a:cxn>
              <a:cxn ang="0">
                <a:pos x="1565" y="881"/>
              </a:cxn>
              <a:cxn ang="0">
                <a:pos x="1584" y="813"/>
              </a:cxn>
              <a:cxn ang="0">
                <a:pos x="1594" y="745"/>
              </a:cxn>
              <a:cxn ang="0">
                <a:pos x="1595" y="673"/>
              </a:cxn>
              <a:cxn ang="0">
                <a:pos x="1590" y="603"/>
              </a:cxn>
              <a:cxn ang="0">
                <a:pos x="1575" y="536"/>
              </a:cxn>
              <a:cxn ang="0">
                <a:pos x="1554" y="469"/>
              </a:cxn>
              <a:cxn ang="0">
                <a:pos x="1525" y="407"/>
              </a:cxn>
              <a:cxn ang="0">
                <a:pos x="1490" y="347"/>
              </a:cxn>
              <a:cxn ang="0">
                <a:pos x="1449" y="291"/>
              </a:cxn>
              <a:cxn ang="0">
                <a:pos x="1401" y="239"/>
              </a:cxn>
              <a:cxn ang="0">
                <a:pos x="1348" y="191"/>
              </a:cxn>
              <a:cxn ang="0">
                <a:pos x="1260" y="128"/>
              </a:cxn>
              <a:cxn ang="0">
                <a:pos x="1195" y="92"/>
              </a:cxn>
              <a:cxn ang="0">
                <a:pos x="1126" y="60"/>
              </a:cxn>
              <a:cxn ang="0">
                <a:pos x="1053" y="37"/>
              </a:cxn>
              <a:cxn ang="0">
                <a:pos x="978" y="18"/>
              </a:cxn>
              <a:cxn ang="0">
                <a:pos x="899" y="5"/>
              </a:cxn>
              <a:cxn ang="0">
                <a:pos x="818" y="0"/>
              </a:cxn>
            </a:cxnLst>
            <a:rect l="0" t="0" r="r" b="b"/>
            <a:pathLst>
              <a:path w="1596" h="1383">
                <a:moveTo>
                  <a:pt x="798" y="0"/>
                </a:moveTo>
                <a:lnTo>
                  <a:pt x="777" y="0"/>
                </a:lnTo>
                <a:lnTo>
                  <a:pt x="757" y="0"/>
                </a:lnTo>
                <a:lnTo>
                  <a:pt x="737" y="2"/>
                </a:lnTo>
                <a:lnTo>
                  <a:pt x="717" y="3"/>
                </a:lnTo>
                <a:lnTo>
                  <a:pt x="697" y="5"/>
                </a:lnTo>
                <a:lnTo>
                  <a:pt x="677" y="8"/>
                </a:lnTo>
                <a:lnTo>
                  <a:pt x="657" y="10"/>
                </a:lnTo>
                <a:lnTo>
                  <a:pt x="637" y="14"/>
                </a:lnTo>
                <a:lnTo>
                  <a:pt x="618" y="18"/>
                </a:lnTo>
                <a:lnTo>
                  <a:pt x="598" y="22"/>
                </a:lnTo>
                <a:lnTo>
                  <a:pt x="579" y="27"/>
                </a:lnTo>
                <a:lnTo>
                  <a:pt x="560" y="30"/>
                </a:lnTo>
                <a:lnTo>
                  <a:pt x="542" y="37"/>
                </a:lnTo>
                <a:lnTo>
                  <a:pt x="524" y="42"/>
                </a:lnTo>
                <a:lnTo>
                  <a:pt x="505" y="48"/>
                </a:lnTo>
                <a:lnTo>
                  <a:pt x="488" y="54"/>
                </a:lnTo>
                <a:lnTo>
                  <a:pt x="469" y="60"/>
                </a:lnTo>
                <a:lnTo>
                  <a:pt x="451" y="68"/>
                </a:lnTo>
                <a:lnTo>
                  <a:pt x="435" y="75"/>
                </a:lnTo>
                <a:lnTo>
                  <a:pt x="418" y="83"/>
                </a:lnTo>
                <a:lnTo>
                  <a:pt x="400" y="92"/>
                </a:lnTo>
                <a:lnTo>
                  <a:pt x="384" y="100"/>
                </a:lnTo>
                <a:lnTo>
                  <a:pt x="368" y="109"/>
                </a:lnTo>
                <a:lnTo>
                  <a:pt x="351" y="118"/>
                </a:lnTo>
                <a:lnTo>
                  <a:pt x="336" y="128"/>
                </a:lnTo>
                <a:lnTo>
                  <a:pt x="320" y="137"/>
                </a:lnTo>
                <a:lnTo>
                  <a:pt x="290" y="158"/>
                </a:lnTo>
                <a:lnTo>
                  <a:pt x="261" y="179"/>
                </a:lnTo>
                <a:lnTo>
                  <a:pt x="248" y="191"/>
                </a:lnTo>
                <a:lnTo>
                  <a:pt x="234" y="203"/>
                </a:lnTo>
                <a:lnTo>
                  <a:pt x="220" y="214"/>
                </a:lnTo>
                <a:lnTo>
                  <a:pt x="208" y="227"/>
                </a:lnTo>
                <a:lnTo>
                  <a:pt x="195" y="239"/>
                </a:lnTo>
                <a:lnTo>
                  <a:pt x="183" y="252"/>
                </a:lnTo>
                <a:lnTo>
                  <a:pt x="170" y="264"/>
                </a:lnTo>
                <a:lnTo>
                  <a:pt x="159" y="278"/>
                </a:lnTo>
                <a:lnTo>
                  <a:pt x="148" y="291"/>
                </a:lnTo>
                <a:lnTo>
                  <a:pt x="136" y="304"/>
                </a:lnTo>
                <a:lnTo>
                  <a:pt x="125" y="318"/>
                </a:lnTo>
                <a:lnTo>
                  <a:pt x="115" y="333"/>
                </a:lnTo>
                <a:lnTo>
                  <a:pt x="106" y="347"/>
                </a:lnTo>
                <a:lnTo>
                  <a:pt x="96" y="362"/>
                </a:lnTo>
                <a:lnTo>
                  <a:pt x="87" y="377"/>
                </a:lnTo>
                <a:lnTo>
                  <a:pt x="79" y="392"/>
                </a:lnTo>
                <a:lnTo>
                  <a:pt x="70" y="407"/>
                </a:lnTo>
                <a:lnTo>
                  <a:pt x="62" y="422"/>
                </a:lnTo>
                <a:lnTo>
                  <a:pt x="55" y="438"/>
                </a:lnTo>
                <a:lnTo>
                  <a:pt x="49" y="453"/>
                </a:lnTo>
                <a:lnTo>
                  <a:pt x="41" y="469"/>
                </a:lnTo>
                <a:lnTo>
                  <a:pt x="36" y="486"/>
                </a:lnTo>
                <a:lnTo>
                  <a:pt x="30" y="502"/>
                </a:lnTo>
                <a:lnTo>
                  <a:pt x="25" y="518"/>
                </a:lnTo>
                <a:lnTo>
                  <a:pt x="20" y="536"/>
                </a:lnTo>
                <a:lnTo>
                  <a:pt x="16" y="552"/>
                </a:lnTo>
                <a:lnTo>
                  <a:pt x="12" y="570"/>
                </a:lnTo>
                <a:lnTo>
                  <a:pt x="9" y="586"/>
                </a:lnTo>
                <a:lnTo>
                  <a:pt x="6" y="603"/>
                </a:lnTo>
                <a:lnTo>
                  <a:pt x="4" y="621"/>
                </a:lnTo>
                <a:lnTo>
                  <a:pt x="2" y="638"/>
                </a:lnTo>
                <a:lnTo>
                  <a:pt x="1" y="656"/>
                </a:lnTo>
                <a:lnTo>
                  <a:pt x="0" y="673"/>
                </a:lnTo>
                <a:lnTo>
                  <a:pt x="0" y="691"/>
                </a:lnTo>
                <a:lnTo>
                  <a:pt x="0" y="710"/>
                </a:lnTo>
                <a:lnTo>
                  <a:pt x="1" y="727"/>
                </a:lnTo>
                <a:lnTo>
                  <a:pt x="2" y="745"/>
                </a:lnTo>
                <a:lnTo>
                  <a:pt x="4" y="762"/>
                </a:lnTo>
                <a:lnTo>
                  <a:pt x="6" y="780"/>
                </a:lnTo>
                <a:lnTo>
                  <a:pt x="9" y="797"/>
                </a:lnTo>
                <a:lnTo>
                  <a:pt x="12" y="813"/>
                </a:lnTo>
                <a:lnTo>
                  <a:pt x="16" y="831"/>
                </a:lnTo>
                <a:lnTo>
                  <a:pt x="20" y="847"/>
                </a:lnTo>
                <a:lnTo>
                  <a:pt x="25" y="865"/>
                </a:lnTo>
                <a:lnTo>
                  <a:pt x="30" y="881"/>
                </a:lnTo>
                <a:lnTo>
                  <a:pt x="36" y="897"/>
                </a:lnTo>
                <a:lnTo>
                  <a:pt x="42" y="913"/>
                </a:lnTo>
                <a:lnTo>
                  <a:pt x="49" y="930"/>
                </a:lnTo>
                <a:lnTo>
                  <a:pt x="55" y="945"/>
                </a:lnTo>
                <a:lnTo>
                  <a:pt x="62" y="961"/>
                </a:lnTo>
                <a:lnTo>
                  <a:pt x="70" y="976"/>
                </a:lnTo>
                <a:lnTo>
                  <a:pt x="79" y="991"/>
                </a:lnTo>
                <a:lnTo>
                  <a:pt x="87" y="1006"/>
                </a:lnTo>
                <a:lnTo>
                  <a:pt x="96" y="1021"/>
                </a:lnTo>
                <a:lnTo>
                  <a:pt x="106" y="1036"/>
                </a:lnTo>
                <a:lnTo>
                  <a:pt x="115" y="1050"/>
                </a:lnTo>
                <a:lnTo>
                  <a:pt x="126" y="1064"/>
                </a:lnTo>
                <a:lnTo>
                  <a:pt x="136" y="1079"/>
                </a:lnTo>
                <a:lnTo>
                  <a:pt x="148" y="1092"/>
                </a:lnTo>
                <a:lnTo>
                  <a:pt x="159" y="1105"/>
                </a:lnTo>
                <a:lnTo>
                  <a:pt x="170" y="1119"/>
                </a:lnTo>
                <a:lnTo>
                  <a:pt x="183" y="1131"/>
                </a:lnTo>
                <a:lnTo>
                  <a:pt x="195" y="1144"/>
                </a:lnTo>
                <a:lnTo>
                  <a:pt x="208" y="1156"/>
                </a:lnTo>
                <a:lnTo>
                  <a:pt x="220" y="1169"/>
                </a:lnTo>
                <a:lnTo>
                  <a:pt x="234" y="1180"/>
                </a:lnTo>
                <a:lnTo>
                  <a:pt x="248" y="1192"/>
                </a:lnTo>
                <a:lnTo>
                  <a:pt x="261" y="1204"/>
                </a:lnTo>
                <a:lnTo>
                  <a:pt x="290" y="1225"/>
                </a:lnTo>
                <a:lnTo>
                  <a:pt x="320" y="1245"/>
                </a:lnTo>
                <a:lnTo>
                  <a:pt x="336" y="1255"/>
                </a:lnTo>
                <a:lnTo>
                  <a:pt x="351" y="1265"/>
                </a:lnTo>
                <a:lnTo>
                  <a:pt x="368" y="1274"/>
                </a:lnTo>
                <a:lnTo>
                  <a:pt x="384" y="1282"/>
                </a:lnTo>
                <a:lnTo>
                  <a:pt x="400" y="1291"/>
                </a:lnTo>
                <a:lnTo>
                  <a:pt x="418" y="1300"/>
                </a:lnTo>
                <a:lnTo>
                  <a:pt x="434" y="1307"/>
                </a:lnTo>
                <a:lnTo>
                  <a:pt x="451" y="1315"/>
                </a:lnTo>
                <a:lnTo>
                  <a:pt x="469" y="1321"/>
                </a:lnTo>
                <a:lnTo>
                  <a:pt x="488" y="1329"/>
                </a:lnTo>
                <a:lnTo>
                  <a:pt x="505" y="1335"/>
                </a:lnTo>
                <a:lnTo>
                  <a:pt x="524" y="1341"/>
                </a:lnTo>
                <a:lnTo>
                  <a:pt x="542" y="1346"/>
                </a:lnTo>
                <a:lnTo>
                  <a:pt x="560" y="1351"/>
                </a:lnTo>
                <a:lnTo>
                  <a:pt x="579" y="1356"/>
                </a:lnTo>
                <a:lnTo>
                  <a:pt x="598" y="1361"/>
                </a:lnTo>
                <a:lnTo>
                  <a:pt x="618" y="1365"/>
                </a:lnTo>
                <a:lnTo>
                  <a:pt x="637" y="1369"/>
                </a:lnTo>
                <a:lnTo>
                  <a:pt x="657" y="1373"/>
                </a:lnTo>
                <a:lnTo>
                  <a:pt x="677" y="1375"/>
                </a:lnTo>
                <a:lnTo>
                  <a:pt x="697" y="1378"/>
                </a:lnTo>
                <a:lnTo>
                  <a:pt x="717" y="1379"/>
                </a:lnTo>
                <a:lnTo>
                  <a:pt x="737" y="1381"/>
                </a:lnTo>
                <a:lnTo>
                  <a:pt x="757" y="1381"/>
                </a:lnTo>
                <a:lnTo>
                  <a:pt x="777" y="1383"/>
                </a:lnTo>
                <a:lnTo>
                  <a:pt x="798" y="1383"/>
                </a:lnTo>
                <a:lnTo>
                  <a:pt x="818" y="1383"/>
                </a:lnTo>
                <a:lnTo>
                  <a:pt x="839" y="1383"/>
                </a:lnTo>
                <a:lnTo>
                  <a:pt x="859" y="1381"/>
                </a:lnTo>
                <a:lnTo>
                  <a:pt x="879" y="1379"/>
                </a:lnTo>
                <a:lnTo>
                  <a:pt x="899" y="1378"/>
                </a:lnTo>
                <a:lnTo>
                  <a:pt x="919" y="1375"/>
                </a:lnTo>
                <a:lnTo>
                  <a:pt x="939" y="1373"/>
                </a:lnTo>
                <a:lnTo>
                  <a:pt x="958" y="1369"/>
                </a:lnTo>
                <a:lnTo>
                  <a:pt x="978" y="1365"/>
                </a:lnTo>
                <a:lnTo>
                  <a:pt x="997" y="1361"/>
                </a:lnTo>
                <a:lnTo>
                  <a:pt x="1016" y="1356"/>
                </a:lnTo>
                <a:lnTo>
                  <a:pt x="1036" y="1351"/>
                </a:lnTo>
                <a:lnTo>
                  <a:pt x="1053" y="1346"/>
                </a:lnTo>
                <a:lnTo>
                  <a:pt x="1072" y="1341"/>
                </a:lnTo>
                <a:lnTo>
                  <a:pt x="1091" y="1335"/>
                </a:lnTo>
                <a:lnTo>
                  <a:pt x="1108" y="1329"/>
                </a:lnTo>
                <a:lnTo>
                  <a:pt x="1126" y="1321"/>
                </a:lnTo>
                <a:lnTo>
                  <a:pt x="1143" y="1315"/>
                </a:lnTo>
                <a:lnTo>
                  <a:pt x="1161" y="1307"/>
                </a:lnTo>
                <a:lnTo>
                  <a:pt x="1178" y="1300"/>
                </a:lnTo>
                <a:lnTo>
                  <a:pt x="1195" y="1291"/>
                </a:lnTo>
                <a:lnTo>
                  <a:pt x="1212" y="1282"/>
                </a:lnTo>
                <a:lnTo>
                  <a:pt x="1228" y="1274"/>
                </a:lnTo>
                <a:lnTo>
                  <a:pt x="1243" y="1265"/>
                </a:lnTo>
                <a:lnTo>
                  <a:pt x="1260" y="1255"/>
                </a:lnTo>
                <a:lnTo>
                  <a:pt x="1275" y="1245"/>
                </a:lnTo>
                <a:lnTo>
                  <a:pt x="1306" y="1225"/>
                </a:lnTo>
                <a:lnTo>
                  <a:pt x="1335" y="1204"/>
                </a:lnTo>
                <a:lnTo>
                  <a:pt x="1348" y="1192"/>
                </a:lnTo>
                <a:lnTo>
                  <a:pt x="1362" y="1180"/>
                </a:lnTo>
                <a:lnTo>
                  <a:pt x="1376" y="1169"/>
                </a:lnTo>
                <a:lnTo>
                  <a:pt x="1388" y="1156"/>
                </a:lnTo>
                <a:lnTo>
                  <a:pt x="1401" y="1144"/>
                </a:lnTo>
                <a:lnTo>
                  <a:pt x="1413" y="1131"/>
                </a:lnTo>
                <a:lnTo>
                  <a:pt x="1426" y="1119"/>
                </a:lnTo>
                <a:lnTo>
                  <a:pt x="1437" y="1105"/>
                </a:lnTo>
                <a:lnTo>
                  <a:pt x="1449" y="1092"/>
                </a:lnTo>
                <a:lnTo>
                  <a:pt x="1460" y="1079"/>
                </a:lnTo>
                <a:lnTo>
                  <a:pt x="1470" y="1064"/>
                </a:lnTo>
                <a:lnTo>
                  <a:pt x="1480" y="1050"/>
                </a:lnTo>
                <a:lnTo>
                  <a:pt x="1490" y="1036"/>
                </a:lnTo>
                <a:lnTo>
                  <a:pt x="1500" y="1021"/>
                </a:lnTo>
                <a:lnTo>
                  <a:pt x="1509" y="1006"/>
                </a:lnTo>
                <a:lnTo>
                  <a:pt x="1517" y="991"/>
                </a:lnTo>
                <a:lnTo>
                  <a:pt x="1525" y="976"/>
                </a:lnTo>
                <a:lnTo>
                  <a:pt x="1532" y="961"/>
                </a:lnTo>
                <a:lnTo>
                  <a:pt x="1540" y="945"/>
                </a:lnTo>
                <a:lnTo>
                  <a:pt x="1547" y="930"/>
                </a:lnTo>
                <a:lnTo>
                  <a:pt x="1554" y="913"/>
                </a:lnTo>
                <a:lnTo>
                  <a:pt x="1560" y="897"/>
                </a:lnTo>
                <a:lnTo>
                  <a:pt x="1565" y="881"/>
                </a:lnTo>
                <a:lnTo>
                  <a:pt x="1570" y="865"/>
                </a:lnTo>
                <a:lnTo>
                  <a:pt x="1575" y="847"/>
                </a:lnTo>
                <a:lnTo>
                  <a:pt x="1580" y="831"/>
                </a:lnTo>
                <a:lnTo>
                  <a:pt x="1584" y="813"/>
                </a:lnTo>
                <a:lnTo>
                  <a:pt x="1586" y="797"/>
                </a:lnTo>
                <a:lnTo>
                  <a:pt x="1589" y="780"/>
                </a:lnTo>
                <a:lnTo>
                  <a:pt x="1591" y="762"/>
                </a:lnTo>
                <a:lnTo>
                  <a:pt x="1594" y="745"/>
                </a:lnTo>
                <a:lnTo>
                  <a:pt x="1595" y="727"/>
                </a:lnTo>
                <a:lnTo>
                  <a:pt x="1595" y="710"/>
                </a:lnTo>
                <a:lnTo>
                  <a:pt x="1596" y="691"/>
                </a:lnTo>
                <a:lnTo>
                  <a:pt x="1595" y="673"/>
                </a:lnTo>
                <a:lnTo>
                  <a:pt x="1595" y="656"/>
                </a:lnTo>
                <a:lnTo>
                  <a:pt x="1594" y="638"/>
                </a:lnTo>
                <a:lnTo>
                  <a:pt x="1591" y="621"/>
                </a:lnTo>
                <a:lnTo>
                  <a:pt x="1590" y="603"/>
                </a:lnTo>
                <a:lnTo>
                  <a:pt x="1586" y="586"/>
                </a:lnTo>
                <a:lnTo>
                  <a:pt x="1584" y="570"/>
                </a:lnTo>
                <a:lnTo>
                  <a:pt x="1580" y="552"/>
                </a:lnTo>
                <a:lnTo>
                  <a:pt x="1575" y="536"/>
                </a:lnTo>
                <a:lnTo>
                  <a:pt x="1571" y="518"/>
                </a:lnTo>
                <a:lnTo>
                  <a:pt x="1565" y="502"/>
                </a:lnTo>
                <a:lnTo>
                  <a:pt x="1560" y="486"/>
                </a:lnTo>
                <a:lnTo>
                  <a:pt x="1554" y="469"/>
                </a:lnTo>
                <a:lnTo>
                  <a:pt x="1547" y="453"/>
                </a:lnTo>
                <a:lnTo>
                  <a:pt x="1540" y="438"/>
                </a:lnTo>
                <a:lnTo>
                  <a:pt x="1534" y="422"/>
                </a:lnTo>
                <a:lnTo>
                  <a:pt x="1525" y="407"/>
                </a:lnTo>
                <a:lnTo>
                  <a:pt x="1517" y="392"/>
                </a:lnTo>
                <a:lnTo>
                  <a:pt x="1509" y="377"/>
                </a:lnTo>
                <a:lnTo>
                  <a:pt x="1500" y="362"/>
                </a:lnTo>
                <a:lnTo>
                  <a:pt x="1490" y="347"/>
                </a:lnTo>
                <a:lnTo>
                  <a:pt x="1480" y="333"/>
                </a:lnTo>
                <a:lnTo>
                  <a:pt x="1470" y="319"/>
                </a:lnTo>
                <a:lnTo>
                  <a:pt x="1460" y="304"/>
                </a:lnTo>
                <a:lnTo>
                  <a:pt x="1449" y="291"/>
                </a:lnTo>
                <a:lnTo>
                  <a:pt x="1437" y="278"/>
                </a:lnTo>
                <a:lnTo>
                  <a:pt x="1426" y="264"/>
                </a:lnTo>
                <a:lnTo>
                  <a:pt x="1413" y="252"/>
                </a:lnTo>
                <a:lnTo>
                  <a:pt x="1401" y="239"/>
                </a:lnTo>
                <a:lnTo>
                  <a:pt x="1388" y="227"/>
                </a:lnTo>
                <a:lnTo>
                  <a:pt x="1376" y="214"/>
                </a:lnTo>
                <a:lnTo>
                  <a:pt x="1362" y="203"/>
                </a:lnTo>
                <a:lnTo>
                  <a:pt x="1348" y="191"/>
                </a:lnTo>
                <a:lnTo>
                  <a:pt x="1335" y="179"/>
                </a:lnTo>
                <a:lnTo>
                  <a:pt x="1306" y="158"/>
                </a:lnTo>
                <a:lnTo>
                  <a:pt x="1275" y="137"/>
                </a:lnTo>
                <a:lnTo>
                  <a:pt x="1260" y="128"/>
                </a:lnTo>
                <a:lnTo>
                  <a:pt x="1243" y="118"/>
                </a:lnTo>
                <a:lnTo>
                  <a:pt x="1228" y="109"/>
                </a:lnTo>
                <a:lnTo>
                  <a:pt x="1212" y="100"/>
                </a:lnTo>
                <a:lnTo>
                  <a:pt x="1195" y="92"/>
                </a:lnTo>
                <a:lnTo>
                  <a:pt x="1178" y="83"/>
                </a:lnTo>
                <a:lnTo>
                  <a:pt x="1161" y="75"/>
                </a:lnTo>
                <a:lnTo>
                  <a:pt x="1143" y="68"/>
                </a:lnTo>
                <a:lnTo>
                  <a:pt x="1126" y="60"/>
                </a:lnTo>
                <a:lnTo>
                  <a:pt x="1108" y="54"/>
                </a:lnTo>
                <a:lnTo>
                  <a:pt x="1091" y="48"/>
                </a:lnTo>
                <a:lnTo>
                  <a:pt x="1072" y="42"/>
                </a:lnTo>
                <a:lnTo>
                  <a:pt x="1053" y="37"/>
                </a:lnTo>
                <a:lnTo>
                  <a:pt x="1036" y="30"/>
                </a:lnTo>
                <a:lnTo>
                  <a:pt x="1016" y="27"/>
                </a:lnTo>
                <a:lnTo>
                  <a:pt x="997" y="22"/>
                </a:lnTo>
                <a:lnTo>
                  <a:pt x="978" y="18"/>
                </a:lnTo>
                <a:lnTo>
                  <a:pt x="958" y="14"/>
                </a:lnTo>
                <a:lnTo>
                  <a:pt x="939" y="10"/>
                </a:lnTo>
                <a:lnTo>
                  <a:pt x="919" y="8"/>
                </a:lnTo>
                <a:lnTo>
                  <a:pt x="899" y="5"/>
                </a:lnTo>
                <a:lnTo>
                  <a:pt x="879" y="3"/>
                </a:lnTo>
                <a:lnTo>
                  <a:pt x="859" y="2"/>
                </a:lnTo>
                <a:lnTo>
                  <a:pt x="839" y="0"/>
                </a:lnTo>
                <a:lnTo>
                  <a:pt x="818" y="0"/>
                </a:lnTo>
                <a:lnTo>
                  <a:pt x="798" y="0"/>
                </a:lnTo>
              </a:path>
            </a:pathLst>
          </a:custGeom>
          <a:noFill/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116"/>
          <p:cNvSpPr>
            <a:spLocks/>
          </p:cNvSpPr>
          <p:nvPr/>
        </p:nvSpPr>
        <p:spPr bwMode="auto">
          <a:xfrm>
            <a:off x="5743576" y="2395539"/>
            <a:ext cx="1914525" cy="3321050"/>
          </a:xfrm>
          <a:custGeom>
            <a:avLst/>
            <a:gdLst/>
            <a:ahLst/>
            <a:cxnLst>
              <a:cxn ang="0">
                <a:pos x="640" y="420"/>
              </a:cxn>
              <a:cxn ang="0">
                <a:pos x="543" y="182"/>
              </a:cxn>
              <a:cxn ang="0">
                <a:pos x="478" y="617"/>
              </a:cxn>
              <a:cxn ang="0">
                <a:pos x="251" y="351"/>
              </a:cxn>
              <a:cxn ang="0">
                <a:pos x="300" y="756"/>
              </a:cxn>
              <a:cxn ang="0">
                <a:pos x="66" y="801"/>
              </a:cxn>
              <a:cxn ang="0">
                <a:pos x="220" y="1123"/>
              </a:cxn>
              <a:cxn ang="0">
                <a:pos x="0" y="1247"/>
              </a:cxn>
              <a:cxn ang="0">
                <a:pos x="186" y="1489"/>
              </a:cxn>
              <a:cxn ang="0">
                <a:pos x="72" y="1727"/>
              </a:cxn>
              <a:cxn ang="0">
                <a:pos x="269" y="1767"/>
              </a:cxn>
              <a:cxn ang="0">
                <a:pos x="275" y="2092"/>
              </a:cxn>
              <a:cxn ang="0">
                <a:pos x="420" y="1756"/>
              </a:cxn>
              <a:cxn ang="0">
                <a:pos x="486" y="1910"/>
              </a:cxn>
              <a:cxn ang="0">
                <a:pos x="552" y="1682"/>
              </a:cxn>
              <a:cxn ang="0">
                <a:pos x="649" y="1824"/>
              </a:cxn>
              <a:cxn ang="0">
                <a:pos x="680" y="1543"/>
              </a:cxn>
              <a:cxn ang="0">
                <a:pos x="834" y="1682"/>
              </a:cxn>
              <a:cxn ang="0">
                <a:pos x="818" y="1390"/>
              </a:cxn>
              <a:cxn ang="0">
                <a:pos x="1054" y="1514"/>
              </a:cxn>
              <a:cxn ang="0">
                <a:pos x="914" y="1193"/>
              </a:cxn>
              <a:cxn ang="0">
                <a:pos x="1021" y="1094"/>
              </a:cxn>
              <a:cxn ang="0">
                <a:pos x="948" y="910"/>
              </a:cxn>
              <a:cxn ang="0">
                <a:pos x="1206" y="644"/>
              </a:cxn>
              <a:cxn ang="0">
                <a:pos x="914" y="632"/>
              </a:cxn>
              <a:cxn ang="0">
                <a:pos x="1006" y="307"/>
              </a:cxn>
              <a:cxn ang="0">
                <a:pos x="812" y="559"/>
              </a:cxn>
              <a:cxn ang="0">
                <a:pos x="825" y="0"/>
              </a:cxn>
              <a:cxn ang="0">
                <a:pos x="640" y="420"/>
              </a:cxn>
            </a:cxnLst>
            <a:rect l="0" t="0" r="r" b="b"/>
            <a:pathLst>
              <a:path w="1206" h="2092">
                <a:moveTo>
                  <a:pt x="640" y="420"/>
                </a:moveTo>
                <a:lnTo>
                  <a:pt x="543" y="182"/>
                </a:lnTo>
                <a:lnTo>
                  <a:pt x="478" y="617"/>
                </a:lnTo>
                <a:lnTo>
                  <a:pt x="251" y="351"/>
                </a:lnTo>
                <a:lnTo>
                  <a:pt x="300" y="756"/>
                </a:lnTo>
                <a:lnTo>
                  <a:pt x="66" y="801"/>
                </a:lnTo>
                <a:lnTo>
                  <a:pt x="220" y="1123"/>
                </a:lnTo>
                <a:lnTo>
                  <a:pt x="0" y="1247"/>
                </a:lnTo>
                <a:lnTo>
                  <a:pt x="186" y="1489"/>
                </a:lnTo>
                <a:lnTo>
                  <a:pt x="72" y="1727"/>
                </a:lnTo>
                <a:lnTo>
                  <a:pt x="269" y="1767"/>
                </a:lnTo>
                <a:lnTo>
                  <a:pt x="275" y="2092"/>
                </a:lnTo>
                <a:lnTo>
                  <a:pt x="420" y="1756"/>
                </a:lnTo>
                <a:lnTo>
                  <a:pt x="486" y="1910"/>
                </a:lnTo>
                <a:lnTo>
                  <a:pt x="552" y="1682"/>
                </a:lnTo>
                <a:lnTo>
                  <a:pt x="649" y="1824"/>
                </a:lnTo>
                <a:lnTo>
                  <a:pt x="680" y="1543"/>
                </a:lnTo>
                <a:lnTo>
                  <a:pt x="834" y="1682"/>
                </a:lnTo>
                <a:lnTo>
                  <a:pt x="818" y="1390"/>
                </a:lnTo>
                <a:lnTo>
                  <a:pt x="1054" y="1514"/>
                </a:lnTo>
                <a:lnTo>
                  <a:pt x="914" y="1193"/>
                </a:lnTo>
                <a:lnTo>
                  <a:pt x="1021" y="1094"/>
                </a:lnTo>
                <a:lnTo>
                  <a:pt x="948" y="910"/>
                </a:lnTo>
                <a:lnTo>
                  <a:pt x="1206" y="644"/>
                </a:lnTo>
                <a:lnTo>
                  <a:pt x="914" y="632"/>
                </a:lnTo>
                <a:lnTo>
                  <a:pt x="1006" y="307"/>
                </a:lnTo>
                <a:lnTo>
                  <a:pt x="812" y="559"/>
                </a:lnTo>
                <a:lnTo>
                  <a:pt x="825" y="0"/>
                </a:lnTo>
                <a:lnTo>
                  <a:pt x="640" y="42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66000"/>
            </a:schemeClr>
          </a:solidFill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108"/>
          <p:cNvSpPr>
            <a:spLocks/>
          </p:cNvSpPr>
          <p:nvPr/>
        </p:nvSpPr>
        <p:spPr bwMode="auto">
          <a:xfrm>
            <a:off x="2085976" y="1719264"/>
            <a:ext cx="3095625" cy="1352550"/>
          </a:xfrm>
          <a:custGeom>
            <a:avLst/>
            <a:gdLst/>
            <a:ahLst/>
            <a:cxnLst>
              <a:cxn ang="0">
                <a:pos x="1950" y="426"/>
              </a:cxn>
              <a:cxn ang="0">
                <a:pos x="1665" y="302"/>
              </a:cxn>
              <a:cxn ang="0">
                <a:pos x="1665" y="125"/>
              </a:cxn>
              <a:cxn ang="0">
                <a:pos x="1261" y="125"/>
              </a:cxn>
              <a:cxn ang="0">
                <a:pos x="975" y="0"/>
              </a:cxn>
              <a:cxn ang="0">
                <a:pos x="689" y="125"/>
              </a:cxn>
              <a:cxn ang="0">
                <a:pos x="285" y="125"/>
              </a:cxn>
              <a:cxn ang="0">
                <a:pos x="286" y="302"/>
              </a:cxn>
              <a:cxn ang="0">
                <a:pos x="0" y="426"/>
              </a:cxn>
              <a:cxn ang="0">
                <a:pos x="286" y="551"/>
              </a:cxn>
              <a:cxn ang="0">
                <a:pos x="285" y="727"/>
              </a:cxn>
              <a:cxn ang="0">
                <a:pos x="689" y="727"/>
              </a:cxn>
              <a:cxn ang="0">
                <a:pos x="975" y="852"/>
              </a:cxn>
              <a:cxn ang="0">
                <a:pos x="1261" y="727"/>
              </a:cxn>
              <a:cxn ang="0">
                <a:pos x="1665" y="727"/>
              </a:cxn>
              <a:cxn ang="0">
                <a:pos x="1665" y="551"/>
              </a:cxn>
              <a:cxn ang="0">
                <a:pos x="1950" y="426"/>
              </a:cxn>
            </a:cxnLst>
            <a:rect l="0" t="0" r="r" b="b"/>
            <a:pathLst>
              <a:path w="1950" h="852">
                <a:moveTo>
                  <a:pt x="1950" y="426"/>
                </a:moveTo>
                <a:lnTo>
                  <a:pt x="1665" y="302"/>
                </a:lnTo>
                <a:lnTo>
                  <a:pt x="1665" y="125"/>
                </a:lnTo>
                <a:lnTo>
                  <a:pt x="1261" y="125"/>
                </a:lnTo>
                <a:lnTo>
                  <a:pt x="975" y="0"/>
                </a:lnTo>
                <a:lnTo>
                  <a:pt x="689" y="125"/>
                </a:lnTo>
                <a:lnTo>
                  <a:pt x="285" y="125"/>
                </a:lnTo>
                <a:lnTo>
                  <a:pt x="286" y="302"/>
                </a:lnTo>
                <a:lnTo>
                  <a:pt x="0" y="426"/>
                </a:lnTo>
                <a:lnTo>
                  <a:pt x="286" y="551"/>
                </a:lnTo>
                <a:lnTo>
                  <a:pt x="285" y="727"/>
                </a:lnTo>
                <a:lnTo>
                  <a:pt x="689" y="727"/>
                </a:lnTo>
                <a:lnTo>
                  <a:pt x="975" y="852"/>
                </a:lnTo>
                <a:lnTo>
                  <a:pt x="1261" y="727"/>
                </a:lnTo>
                <a:lnTo>
                  <a:pt x="1665" y="727"/>
                </a:lnTo>
                <a:lnTo>
                  <a:pt x="1665" y="551"/>
                </a:lnTo>
                <a:lnTo>
                  <a:pt x="1950" y="426"/>
                </a:lnTo>
                <a:close/>
              </a:path>
            </a:pathLst>
          </a:custGeom>
          <a:solidFill>
            <a:srgbClr val="C0C0C0">
              <a:alpha val="46000"/>
            </a:srgbClr>
          </a:solidFill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SET IN ORDER</a:t>
            </a:r>
          </a:p>
        </p:txBody>
      </p:sp>
      <p:grpSp>
        <p:nvGrpSpPr>
          <p:cNvPr id="5126" name="Group 6"/>
          <p:cNvGrpSpPr>
            <a:grpSpLocks noChangeAspect="1"/>
          </p:cNvGrpSpPr>
          <p:nvPr/>
        </p:nvGrpSpPr>
        <p:grpSpPr bwMode="auto">
          <a:xfrm>
            <a:off x="800100" y="877888"/>
            <a:ext cx="7523163" cy="5656262"/>
            <a:chOff x="504" y="553"/>
            <a:chExt cx="4739" cy="3563"/>
          </a:xfrm>
        </p:grpSpPr>
        <p:sp>
          <p:nvSpPr>
            <p:cNvPr id="5125" name="AutoShape 5"/>
            <p:cNvSpPr>
              <a:spLocks noChangeAspect="1" noChangeArrowheads="1" noTextEdit="1"/>
            </p:cNvSpPr>
            <p:nvPr/>
          </p:nvSpPr>
          <p:spPr bwMode="auto">
            <a:xfrm>
              <a:off x="504" y="553"/>
              <a:ext cx="4739" cy="35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 rot="5760000">
              <a:off x="4645" y="3576"/>
              <a:ext cx="65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 rot="20460000">
              <a:off x="2733" y="3313"/>
              <a:ext cx="259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 rot="7440000">
              <a:off x="1077" y="3262"/>
              <a:ext cx="10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 rot="11880000">
              <a:off x="4497" y="2156"/>
              <a:ext cx="216" cy="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 rot="540000">
              <a:off x="3153" y="2027"/>
              <a:ext cx="10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 rot="4800000">
              <a:off x="724" y="2305"/>
              <a:ext cx="160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bertus" pitchFamily="34" charset="0"/>
                </a:rPr>
                <a:t>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 rot="10560000">
              <a:off x="4693" y="740"/>
              <a:ext cx="246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gerian" pitchFamily="82" charset="0"/>
                </a:rPr>
                <a:t>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4" name="Rectangle 14"/>
            <p:cNvSpPr>
              <a:spLocks noChangeArrowheads="1"/>
            </p:cNvSpPr>
            <p:nvPr/>
          </p:nvSpPr>
          <p:spPr bwMode="auto">
            <a:xfrm rot="16440000">
              <a:off x="2701" y="1057"/>
              <a:ext cx="183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5" name="Rectangle 15"/>
            <p:cNvSpPr>
              <a:spLocks noChangeArrowheads="1"/>
            </p:cNvSpPr>
            <p:nvPr/>
          </p:nvSpPr>
          <p:spPr bwMode="auto">
            <a:xfrm rot="3120000">
              <a:off x="847" y="856"/>
              <a:ext cx="10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6" name="Rectangle 16"/>
            <p:cNvSpPr>
              <a:spLocks noChangeArrowheads="1"/>
            </p:cNvSpPr>
            <p:nvPr/>
          </p:nvSpPr>
          <p:spPr bwMode="auto">
            <a:xfrm>
              <a:off x="4814" y="2882"/>
              <a:ext cx="336" cy="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7" name="Rectangle 17"/>
            <p:cNvSpPr>
              <a:spLocks noChangeArrowheads="1"/>
            </p:cNvSpPr>
            <p:nvPr/>
          </p:nvSpPr>
          <p:spPr bwMode="auto">
            <a:xfrm rot="3720000">
              <a:off x="3075" y="3039"/>
              <a:ext cx="30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8" name="Rectangle 18"/>
            <p:cNvSpPr>
              <a:spLocks noChangeArrowheads="1"/>
            </p:cNvSpPr>
            <p:nvPr/>
          </p:nvSpPr>
          <p:spPr bwMode="auto">
            <a:xfrm rot="10260000">
              <a:off x="867" y="2852"/>
              <a:ext cx="16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39" name="Rectangle 19"/>
            <p:cNvSpPr>
              <a:spLocks noChangeArrowheads="1"/>
            </p:cNvSpPr>
            <p:nvPr/>
          </p:nvSpPr>
          <p:spPr bwMode="auto">
            <a:xfrm>
              <a:off x="4406" y="2465"/>
              <a:ext cx="158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0" name="Rectangle 20"/>
            <p:cNvSpPr>
              <a:spLocks noChangeArrowheads="1"/>
            </p:cNvSpPr>
            <p:nvPr/>
          </p:nvSpPr>
          <p:spPr bwMode="auto">
            <a:xfrm rot="1020000">
              <a:off x="2621" y="2126"/>
              <a:ext cx="19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trider" pitchFamily="18" charset="0"/>
                </a:rPr>
                <a:t>14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1" name="Rectangle 21"/>
            <p:cNvSpPr>
              <a:spLocks noChangeArrowheads="1"/>
            </p:cNvSpPr>
            <p:nvPr/>
          </p:nvSpPr>
          <p:spPr bwMode="auto">
            <a:xfrm rot="4440000">
              <a:off x="1210" y="1965"/>
              <a:ext cx="37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2" name="Rectangle 22"/>
            <p:cNvSpPr>
              <a:spLocks noChangeArrowheads="1"/>
            </p:cNvSpPr>
            <p:nvPr/>
          </p:nvSpPr>
          <p:spPr bwMode="auto">
            <a:xfrm rot="19800000">
              <a:off x="3753" y="1338"/>
              <a:ext cx="667" cy="6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Rockwell" pitchFamily="18" charset="0"/>
                </a:rPr>
                <a:t>16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3" name="Rectangle 23"/>
            <p:cNvSpPr>
              <a:spLocks noChangeArrowheads="1"/>
            </p:cNvSpPr>
            <p:nvPr/>
          </p:nvSpPr>
          <p:spPr bwMode="auto">
            <a:xfrm rot="2040000">
              <a:off x="2241" y="725"/>
              <a:ext cx="37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4" name="Rectangle 24"/>
            <p:cNvSpPr>
              <a:spLocks noChangeArrowheads="1"/>
            </p:cNvSpPr>
            <p:nvPr/>
          </p:nvSpPr>
          <p:spPr bwMode="auto">
            <a:xfrm rot="10740000">
              <a:off x="4163" y="3400"/>
              <a:ext cx="30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5" name="Rectangle 25"/>
            <p:cNvSpPr>
              <a:spLocks noChangeArrowheads="1"/>
            </p:cNvSpPr>
            <p:nvPr/>
          </p:nvSpPr>
          <p:spPr bwMode="auto">
            <a:xfrm rot="12840000">
              <a:off x="2822" y="3201"/>
              <a:ext cx="505" cy="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6" name="Rectangle 26"/>
            <p:cNvSpPr>
              <a:spLocks noChangeArrowheads="1"/>
            </p:cNvSpPr>
            <p:nvPr/>
          </p:nvSpPr>
          <p:spPr bwMode="auto">
            <a:xfrm rot="4260000">
              <a:off x="762" y="3600"/>
              <a:ext cx="450" cy="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7" name="Rectangle 27"/>
            <p:cNvSpPr>
              <a:spLocks noChangeArrowheads="1"/>
            </p:cNvSpPr>
            <p:nvPr/>
          </p:nvSpPr>
          <p:spPr bwMode="auto">
            <a:xfrm rot="6960000">
              <a:off x="4030" y="2069"/>
              <a:ext cx="37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8" name="Rectangle 28"/>
            <p:cNvSpPr>
              <a:spLocks noChangeArrowheads="1"/>
            </p:cNvSpPr>
            <p:nvPr/>
          </p:nvSpPr>
          <p:spPr bwMode="auto">
            <a:xfrm>
              <a:off x="2959" y="1656"/>
              <a:ext cx="30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49" name="Rectangle 29"/>
            <p:cNvSpPr>
              <a:spLocks noChangeArrowheads="1"/>
            </p:cNvSpPr>
            <p:nvPr/>
          </p:nvSpPr>
          <p:spPr bwMode="auto">
            <a:xfrm rot="1860000">
              <a:off x="870" y="2172"/>
              <a:ext cx="403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0" name="Rectangle 30"/>
            <p:cNvSpPr>
              <a:spLocks noChangeArrowheads="1"/>
            </p:cNvSpPr>
            <p:nvPr/>
          </p:nvSpPr>
          <p:spPr bwMode="auto">
            <a:xfrm rot="4260000">
              <a:off x="3885" y="964"/>
              <a:ext cx="403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1" name="Rectangle 31"/>
            <p:cNvSpPr>
              <a:spLocks noChangeArrowheads="1"/>
            </p:cNvSpPr>
            <p:nvPr/>
          </p:nvSpPr>
          <p:spPr bwMode="auto">
            <a:xfrm rot="16920000">
              <a:off x="3265" y="1246"/>
              <a:ext cx="37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2" name="Rectangle 32"/>
            <p:cNvSpPr>
              <a:spLocks noChangeArrowheads="1"/>
            </p:cNvSpPr>
            <p:nvPr/>
          </p:nvSpPr>
          <p:spPr bwMode="auto">
            <a:xfrm rot="5400000">
              <a:off x="1235" y="1264"/>
              <a:ext cx="403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3" name="Rectangle 33"/>
            <p:cNvSpPr>
              <a:spLocks noChangeArrowheads="1"/>
            </p:cNvSpPr>
            <p:nvPr/>
          </p:nvSpPr>
          <p:spPr bwMode="auto">
            <a:xfrm rot="18540000">
              <a:off x="3904" y="2936"/>
              <a:ext cx="411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4" name="Rectangle 34"/>
            <p:cNvSpPr>
              <a:spLocks noChangeArrowheads="1"/>
            </p:cNvSpPr>
            <p:nvPr/>
          </p:nvSpPr>
          <p:spPr bwMode="auto">
            <a:xfrm rot="2460000">
              <a:off x="2389" y="3282"/>
              <a:ext cx="22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5" name="Rectangle 35"/>
            <p:cNvSpPr>
              <a:spLocks noChangeArrowheads="1"/>
            </p:cNvSpPr>
            <p:nvPr/>
          </p:nvSpPr>
          <p:spPr bwMode="auto">
            <a:xfrm>
              <a:off x="567" y="2918"/>
              <a:ext cx="336" cy="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6" name="Rectangle 36"/>
            <p:cNvSpPr>
              <a:spLocks noChangeArrowheads="1"/>
            </p:cNvSpPr>
            <p:nvPr/>
          </p:nvSpPr>
          <p:spPr bwMode="auto">
            <a:xfrm rot="1800000">
              <a:off x="4532" y="1841"/>
              <a:ext cx="561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7" name="Rectangle 37"/>
            <p:cNvSpPr>
              <a:spLocks noChangeArrowheads="1"/>
            </p:cNvSpPr>
            <p:nvPr/>
          </p:nvSpPr>
          <p:spPr bwMode="auto">
            <a:xfrm rot="3360000">
              <a:off x="2121" y="2480"/>
              <a:ext cx="663" cy="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8" name="Rectangle 38"/>
            <p:cNvSpPr>
              <a:spLocks noChangeArrowheads="1"/>
            </p:cNvSpPr>
            <p:nvPr/>
          </p:nvSpPr>
          <p:spPr bwMode="auto">
            <a:xfrm rot="9420000">
              <a:off x="1308" y="2563"/>
              <a:ext cx="450" cy="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59" name="Rectangle 39"/>
            <p:cNvSpPr>
              <a:spLocks noChangeArrowheads="1"/>
            </p:cNvSpPr>
            <p:nvPr/>
          </p:nvSpPr>
          <p:spPr bwMode="auto">
            <a:xfrm rot="4800000">
              <a:off x="4432" y="892"/>
              <a:ext cx="336" cy="3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0" name="Rectangle 40"/>
            <p:cNvSpPr>
              <a:spLocks noChangeArrowheads="1"/>
            </p:cNvSpPr>
            <p:nvPr/>
          </p:nvSpPr>
          <p:spPr bwMode="auto">
            <a:xfrm rot="16560000">
              <a:off x="2966" y="649"/>
              <a:ext cx="16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1" name="Rectangle 41"/>
            <p:cNvSpPr>
              <a:spLocks noChangeArrowheads="1"/>
            </p:cNvSpPr>
            <p:nvPr/>
          </p:nvSpPr>
          <p:spPr bwMode="auto">
            <a:xfrm rot="5280000">
              <a:off x="1263" y="785"/>
              <a:ext cx="450" cy="4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2" name="Rectangle 42"/>
            <p:cNvSpPr>
              <a:spLocks noChangeArrowheads="1"/>
            </p:cNvSpPr>
            <p:nvPr/>
          </p:nvSpPr>
          <p:spPr bwMode="auto">
            <a:xfrm rot="3780000">
              <a:off x="3900" y="3521"/>
              <a:ext cx="403" cy="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3" name="Rectangle 43"/>
            <p:cNvSpPr>
              <a:spLocks noChangeArrowheads="1"/>
            </p:cNvSpPr>
            <p:nvPr/>
          </p:nvSpPr>
          <p:spPr bwMode="auto">
            <a:xfrm rot="2040000">
              <a:off x="2060" y="3542"/>
              <a:ext cx="249" cy="2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38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4" name="Rectangle 44"/>
            <p:cNvSpPr>
              <a:spLocks noChangeArrowheads="1"/>
            </p:cNvSpPr>
            <p:nvPr/>
          </p:nvSpPr>
          <p:spPr bwMode="auto">
            <a:xfrm rot="9000000">
              <a:off x="1311" y="3383"/>
              <a:ext cx="304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5" name="Rectangle 45"/>
            <p:cNvSpPr>
              <a:spLocks noChangeArrowheads="1"/>
            </p:cNvSpPr>
            <p:nvPr/>
          </p:nvSpPr>
          <p:spPr bwMode="auto">
            <a:xfrm rot="21180000">
              <a:off x="3192" y="2361"/>
              <a:ext cx="734" cy="6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41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6" name="Rectangle 46"/>
            <p:cNvSpPr>
              <a:spLocks noChangeArrowheads="1"/>
            </p:cNvSpPr>
            <p:nvPr/>
          </p:nvSpPr>
          <p:spPr bwMode="auto">
            <a:xfrm rot="2220000">
              <a:off x="4138" y="703"/>
              <a:ext cx="463" cy="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ranklin Gothic Demi" pitchFamily="34" charset="0"/>
                </a:rPr>
                <a:t>43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7" name="Rectangle 47"/>
            <p:cNvSpPr>
              <a:spLocks noChangeArrowheads="1"/>
            </p:cNvSpPr>
            <p:nvPr/>
          </p:nvSpPr>
          <p:spPr bwMode="auto">
            <a:xfrm rot="1560000">
              <a:off x="2126" y="1402"/>
              <a:ext cx="258" cy="4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nyx" pitchFamily="82" charset="0"/>
                </a:rPr>
                <a:t>44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8" name="Rectangle 48"/>
            <p:cNvSpPr>
              <a:spLocks noChangeArrowheads="1"/>
            </p:cNvSpPr>
            <p:nvPr/>
          </p:nvSpPr>
          <p:spPr bwMode="auto">
            <a:xfrm rot="19920000">
              <a:off x="561" y="632"/>
              <a:ext cx="403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69" name="Rectangle 49"/>
            <p:cNvSpPr>
              <a:spLocks noChangeArrowheads="1"/>
            </p:cNvSpPr>
            <p:nvPr/>
          </p:nvSpPr>
          <p:spPr bwMode="auto">
            <a:xfrm rot="16920000">
              <a:off x="4485" y="1199"/>
              <a:ext cx="191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63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0" name="Rectangle 50"/>
            <p:cNvSpPr>
              <a:spLocks noChangeArrowheads="1"/>
            </p:cNvSpPr>
            <p:nvPr/>
          </p:nvSpPr>
          <p:spPr bwMode="auto">
            <a:xfrm>
              <a:off x="3850" y="2283"/>
              <a:ext cx="22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1" name="Rectangle 51"/>
            <p:cNvSpPr>
              <a:spLocks noChangeArrowheads="1"/>
            </p:cNvSpPr>
            <p:nvPr/>
          </p:nvSpPr>
          <p:spPr bwMode="auto">
            <a:xfrm rot="2700000">
              <a:off x="801" y="1221"/>
              <a:ext cx="370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1" u="none" strike="noStrike" cap="none" normalizeH="0" baseline="0" smtClean="0">
                  <a:ln>
                    <a:noFill/>
                  </a:ln>
                  <a:solidFill>
                    <a:srgbClr val="C0C0C0"/>
                  </a:solidFill>
                  <a:effectLst/>
                  <a:latin typeface="Times New Roman" pitchFamily="18" charset="0"/>
                </a:rPr>
                <a:t>18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2" name="Rectangle 52"/>
            <p:cNvSpPr>
              <a:spLocks noChangeArrowheads="1"/>
            </p:cNvSpPr>
            <p:nvPr/>
          </p:nvSpPr>
          <p:spPr bwMode="auto">
            <a:xfrm rot="2700000">
              <a:off x="791" y="1211"/>
              <a:ext cx="370" cy="3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3" name="Rectangle 53"/>
            <p:cNvSpPr>
              <a:spLocks noChangeArrowheads="1"/>
            </p:cNvSpPr>
            <p:nvPr/>
          </p:nvSpPr>
          <p:spPr bwMode="auto">
            <a:xfrm rot="2100000">
              <a:off x="1616" y="2167"/>
              <a:ext cx="339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000" b="1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4" name="Rectangle 54"/>
            <p:cNvSpPr>
              <a:spLocks noChangeArrowheads="1"/>
            </p:cNvSpPr>
            <p:nvPr/>
          </p:nvSpPr>
          <p:spPr bwMode="auto">
            <a:xfrm rot="8160000">
              <a:off x="4723" y="3302"/>
              <a:ext cx="22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5" name="Rectangle 55"/>
            <p:cNvSpPr>
              <a:spLocks noChangeArrowheads="1"/>
            </p:cNvSpPr>
            <p:nvPr/>
          </p:nvSpPr>
          <p:spPr bwMode="auto">
            <a:xfrm rot="15360000">
              <a:off x="2211" y="3525"/>
              <a:ext cx="552" cy="5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</a:rPr>
                <a:t>47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6" name="Rectangle 56"/>
            <p:cNvSpPr>
              <a:spLocks noChangeArrowheads="1"/>
            </p:cNvSpPr>
            <p:nvPr/>
          </p:nvSpPr>
          <p:spPr bwMode="auto">
            <a:xfrm rot="2880000">
              <a:off x="1195" y="2637"/>
              <a:ext cx="370" cy="3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7" name="Rectangle 57"/>
            <p:cNvSpPr>
              <a:spLocks noChangeArrowheads="1"/>
            </p:cNvSpPr>
            <p:nvPr/>
          </p:nvSpPr>
          <p:spPr bwMode="auto">
            <a:xfrm rot="12780000">
              <a:off x="4710" y="2287"/>
              <a:ext cx="403" cy="3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78" name="Line 58"/>
            <p:cNvSpPr>
              <a:spLocks noChangeShapeType="1"/>
            </p:cNvSpPr>
            <p:nvPr/>
          </p:nvSpPr>
          <p:spPr bwMode="auto">
            <a:xfrm>
              <a:off x="518" y="2911"/>
              <a:ext cx="4712" cy="1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9" name="Line 59"/>
            <p:cNvSpPr>
              <a:spLocks noChangeShapeType="1"/>
            </p:cNvSpPr>
            <p:nvPr/>
          </p:nvSpPr>
          <p:spPr bwMode="auto">
            <a:xfrm>
              <a:off x="518" y="1733"/>
              <a:ext cx="4712" cy="1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0" name="Line 60"/>
            <p:cNvSpPr>
              <a:spLocks noChangeShapeType="1"/>
            </p:cNvSpPr>
            <p:nvPr/>
          </p:nvSpPr>
          <p:spPr bwMode="auto">
            <a:xfrm flipV="1">
              <a:off x="2090" y="554"/>
              <a:ext cx="1" cy="353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1" name="Line 61"/>
            <p:cNvSpPr>
              <a:spLocks noChangeShapeType="1"/>
            </p:cNvSpPr>
            <p:nvPr/>
          </p:nvSpPr>
          <p:spPr bwMode="auto">
            <a:xfrm flipV="1">
              <a:off x="3660" y="554"/>
              <a:ext cx="1" cy="353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2" name="Line 62"/>
            <p:cNvSpPr>
              <a:spLocks noChangeShapeType="1"/>
            </p:cNvSpPr>
            <p:nvPr/>
          </p:nvSpPr>
          <p:spPr bwMode="auto">
            <a:xfrm>
              <a:off x="518" y="2911"/>
              <a:ext cx="4712" cy="1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3" name="Line 63"/>
            <p:cNvSpPr>
              <a:spLocks noChangeShapeType="1"/>
            </p:cNvSpPr>
            <p:nvPr/>
          </p:nvSpPr>
          <p:spPr bwMode="auto">
            <a:xfrm>
              <a:off x="518" y="1733"/>
              <a:ext cx="4712" cy="1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4" name="Line 64"/>
            <p:cNvSpPr>
              <a:spLocks noChangeShapeType="1"/>
            </p:cNvSpPr>
            <p:nvPr/>
          </p:nvSpPr>
          <p:spPr bwMode="auto">
            <a:xfrm flipV="1">
              <a:off x="2090" y="554"/>
              <a:ext cx="1" cy="353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5" name="Line 65"/>
            <p:cNvSpPr>
              <a:spLocks noChangeShapeType="1"/>
            </p:cNvSpPr>
            <p:nvPr/>
          </p:nvSpPr>
          <p:spPr bwMode="auto">
            <a:xfrm flipV="1">
              <a:off x="3660" y="554"/>
              <a:ext cx="1" cy="353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7" name="Freeform 112"/>
          <p:cNvSpPr>
            <a:spLocks/>
          </p:cNvSpPr>
          <p:nvPr/>
        </p:nvSpPr>
        <p:spPr bwMode="auto">
          <a:xfrm>
            <a:off x="1803401" y="3295652"/>
            <a:ext cx="2533650" cy="2195513"/>
          </a:xfrm>
          <a:custGeom>
            <a:avLst/>
            <a:gdLst/>
            <a:ahLst/>
            <a:cxnLst>
              <a:cxn ang="0">
                <a:pos x="737" y="2"/>
              </a:cxn>
              <a:cxn ang="0">
                <a:pos x="657" y="10"/>
              </a:cxn>
              <a:cxn ang="0">
                <a:pos x="579" y="27"/>
              </a:cxn>
              <a:cxn ang="0">
                <a:pos x="505" y="48"/>
              </a:cxn>
              <a:cxn ang="0">
                <a:pos x="435" y="75"/>
              </a:cxn>
              <a:cxn ang="0">
                <a:pos x="368" y="109"/>
              </a:cxn>
              <a:cxn ang="0">
                <a:pos x="290" y="158"/>
              </a:cxn>
              <a:cxn ang="0">
                <a:pos x="220" y="214"/>
              </a:cxn>
              <a:cxn ang="0">
                <a:pos x="170" y="264"/>
              </a:cxn>
              <a:cxn ang="0">
                <a:pos x="125" y="318"/>
              </a:cxn>
              <a:cxn ang="0">
                <a:pos x="87" y="377"/>
              </a:cxn>
              <a:cxn ang="0">
                <a:pos x="55" y="438"/>
              </a:cxn>
              <a:cxn ang="0">
                <a:pos x="30" y="502"/>
              </a:cxn>
              <a:cxn ang="0">
                <a:pos x="12" y="570"/>
              </a:cxn>
              <a:cxn ang="0">
                <a:pos x="2" y="638"/>
              </a:cxn>
              <a:cxn ang="0">
                <a:pos x="0" y="710"/>
              </a:cxn>
              <a:cxn ang="0">
                <a:pos x="6" y="780"/>
              </a:cxn>
              <a:cxn ang="0">
                <a:pos x="20" y="847"/>
              </a:cxn>
              <a:cxn ang="0">
                <a:pos x="42" y="913"/>
              </a:cxn>
              <a:cxn ang="0">
                <a:pos x="70" y="976"/>
              </a:cxn>
              <a:cxn ang="0">
                <a:pos x="106" y="1036"/>
              </a:cxn>
              <a:cxn ang="0">
                <a:pos x="148" y="1092"/>
              </a:cxn>
              <a:cxn ang="0">
                <a:pos x="195" y="1144"/>
              </a:cxn>
              <a:cxn ang="0">
                <a:pos x="248" y="1192"/>
              </a:cxn>
              <a:cxn ang="0">
                <a:pos x="336" y="1255"/>
              </a:cxn>
              <a:cxn ang="0">
                <a:pos x="400" y="1291"/>
              </a:cxn>
              <a:cxn ang="0">
                <a:pos x="469" y="1321"/>
              </a:cxn>
              <a:cxn ang="0">
                <a:pos x="542" y="1346"/>
              </a:cxn>
              <a:cxn ang="0">
                <a:pos x="618" y="1365"/>
              </a:cxn>
              <a:cxn ang="0">
                <a:pos x="697" y="1378"/>
              </a:cxn>
              <a:cxn ang="0">
                <a:pos x="777" y="1383"/>
              </a:cxn>
              <a:cxn ang="0">
                <a:pos x="859" y="1381"/>
              </a:cxn>
              <a:cxn ang="0">
                <a:pos x="939" y="1373"/>
              </a:cxn>
              <a:cxn ang="0">
                <a:pos x="1016" y="1356"/>
              </a:cxn>
              <a:cxn ang="0">
                <a:pos x="1091" y="1335"/>
              </a:cxn>
              <a:cxn ang="0">
                <a:pos x="1161" y="1307"/>
              </a:cxn>
              <a:cxn ang="0">
                <a:pos x="1228" y="1274"/>
              </a:cxn>
              <a:cxn ang="0">
                <a:pos x="1306" y="1225"/>
              </a:cxn>
              <a:cxn ang="0">
                <a:pos x="1376" y="1169"/>
              </a:cxn>
              <a:cxn ang="0">
                <a:pos x="1426" y="1119"/>
              </a:cxn>
              <a:cxn ang="0">
                <a:pos x="1470" y="1064"/>
              </a:cxn>
              <a:cxn ang="0">
                <a:pos x="1509" y="1006"/>
              </a:cxn>
              <a:cxn ang="0">
                <a:pos x="1540" y="945"/>
              </a:cxn>
              <a:cxn ang="0">
                <a:pos x="1565" y="881"/>
              </a:cxn>
              <a:cxn ang="0">
                <a:pos x="1584" y="813"/>
              </a:cxn>
              <a:cxn ang="0">
                <a:pos x="1594" y="745"/>
              </a:cxn>
              <a:cxn ang="0">
                <a:pos x="1595" y="673"/>
              </a:cxn>
              <a:cxn ang="0">
                <a:pos x="1590" y="603"/>
              </a:cxn>
              <a:cxn ang="0">
                <a:pos x="1575" y="536"/>
              </a:cxn>
              <a:cxn ang="0">
                <a:pos x="1554" y="469"/>
              </a:cxn>
              <a:cxn ang="0">
                <a:pos x="1525" y="407"/>
              </a:cxn>
              <a:cxn ang="0">
                <a:pos x="1490" y="347"/>
              </a:cxn>
              <a:cxn ang="0">
                <a:pos x="1449" y="291"/>
              </a:cxn>
              <a:cxn ang="0">
                <a:pos x="1401" y="239"/>
              </a:cxn>
              <a:cxn ang="0">
                <a:pos x="1348" y="191"/>
              </a:cxn>
              <a:cxn ang="0">
                <a:pos x="1260" y="128"/>
              </a:cxn>
              <a:cxn ang="0">
                <a:pos x="1195" y="92"/>
              </a:cxn>
              <a:cxn ang="0">
                <a:pos x="1126" y="60"/>
              </a:cxn>
              <a:cxn ang="0">
                <a:pos x="1053" y="37"/>
              </a:cxn>
              <a:cxn ang="0">
                <a:pos x="978" y="18"/>
              </a:cxn>
              <a:cxn ang="0">
                <a:pos x="899" y="5"/>
              </a:cxn>
              <a:cxn ang="0">
                <a:pos x="818" y="0"/>
              </a:cxn>
            </a:cxnLst>
            <a:rect l="0" t="0" r="r" b="b"/>
            <a:pathLst>
              <a:path w="1596" h="1383">
                <a:moveTo>
                  <a:pt x="798" y="0"/>
                </a:moveTo>
                <a:lnTo>
                  <a:pt x="777" y="0"/>
                </a:lnTo>
                <a:lnTo>
                  <a:pt x="757" y="0"/>
                </a:lnTo>
                <a:lnTo>
                  <a:pt x="737" y="2"/>
                </a:lnTo>
                <a:lnTo>
                  <a:pt x="717" y="3"/>
                </a:lnTo>
                <a:lnTo>
                  <a:pt x="697" y="5"/>
                </a:lnTo>
                <a:lnTo>
                  <a:pt x="677" y="8"/>
                </a:lnTo>
                <a:lnTo>
                  <a:pt x="657" y="10"/>
                </a:lnTo>
                <a:lnTo>
                  <a:pt x="637" y="14"/>
                </a:lnTo>
                <a:lnTo>
                  <a:pt x="618" y="18"/>
                </a:lnTo>
                <a:lnTo>
                  <a:pt x="598" y="22"/>
                </a:lnTo>
                <a:lnTo>
                  <a:pt x="579" y="27"/>
                </a:lnTo>
                <a:lnTo>
                  <a:pt x="560" y="30"/>
                </a:lnTo>
                <a:lnTo>
                  <a:pt x="542" y="37"/>
                </a:lnTo>
                <a:lnTo>
                  <a:pt x="524" y="42"/>
                </a:lnTo>
                <a:lnTo>
                  <a:pt x="505" y="48"/>
                </a:lnTo>
                <a:lnTo>
                  <a:pt x="488" y="54"/>
                </a:lnTo>
                <a:lnTo>
                  <a:pt x="469" y="60"/>
                </a:lnTo>
                <a:lnTo>
                  <a:pt x="451" y="68"/>
                </a:lnTo>
                <a:lnTo>
                  <a:pt x="435" y="75"/>
                </a:lnTo>
                <a:lnTo>
                  <a:pt x="418" y="83"/>
                </a:lnTo>
                <a:lnTo>
                  <a:pt x="400" y="92"/>
                </a:lnTo>
                <a:lnTo>
                  <a:pt x="384" y="100"/>
                </a:lnTo>
                <a:lnTo>
                  <a:pt x="368" y="109"/>
                </a:lnTo>
                <a:lnTo>
                  <a:pt x="351" y="118"/>
                </a:lnTo>
                <a:lnTo>
                  <a:pt x="336" y="128"/>
                </a:lnTo>
                <a:lnTo>
                  <a:pt x="320" y="137"/>
                </a:lnTo>
                <a:lnTo>
                  <a:pt x="290" y="158"/>
                </a:lnTo>
                <a:lnTo>
                  <a:pt x="261" y="179"/>
                </a:lnTo>
                <a:lnTo>
                  <a:pt x="248" y="191"/>
                </a:lnTo>
                <a:lnTo>
                  <a:pt x="234" y="203"/>
                </a:lnTo>
                <a:lnTo>
                  <a:pt x="220" y="214"/>
                </a:lnTo>
                <a:lnTo>
                  <a:pt x="208" y="227"/>
                </a:lnTo>
                <a:lnTo>
                  <a:pt x="195" y="239"/>
                </a:lnTo>
                <a:lnTo>
                  <a:pt x="183" y="252"/>
                </a:lnTo>
                <a:lnTo>
                  <a:pt x="170" y="264"/>
                </a:lnTo>
                <a:lnTo>
                  <a:pt x="159" y="278"/>
                </a:lnTo>
                <a:lnTo>
                  <a:pt x="148" y="291"/>
                </a:lnTo>
                <a:lnTo>
                  <a:pt x="136" y="304"/>
                </a:lnTo>
                <a:lnTo>
                  <a:pt x="125" y="318"/>
                </a:lnTo>
                <a:lnTo>
                  <a:pt x="115" y="333"/>
                </a:lnTo>
                <a:lnTo>
                  <a:pt x="106" y="347"/>
                </a:lnTo>
                <a:lnTo>
                  <a:pt x="96" y="362"/>
                </a:lnTo>
                <a:lnTo>
                  <a:pt x="87" y="377"/>
                </a:lnTo>
                <a:lnTo>
                  <a:pt x="79" y="392"/>
                </a:lnTo>
                <a:lnTo>
                  <a:pt x="70" y="407"/>
                </a:lnTo>
                <a:lnTo>
                  <a:pt x="62" y="422"/>
                </a:lnTo>
                <a:lnTo>
                  <a:pt x="55" y="438"/>
                </a:lnTo>
                <a:lnTo>
                  <a:pt x="49" y="453"/>
                </a:lnTo>
                <a:lnTo>
                  <a:pt x="41" y="469"/>
                </a:lnTo>
                <a:lnTo>
                  <a:pt x="36" y="486"/>
                </a:lnTo>
                <a:lnTo>
                  <a:pt x="30" y="502"/>
                </a:lnTo>
                <a:lnTo>
                  <a:pt x="25" y="518"/>
                </a:lnTo>
                <a:lnTo>
                  <a:pt x="20" y="536"/>
                </a:lnTo>
                <a:lnTo>
                  <a:pt x="16" y="552"/>
                </a:lnTo>
                <a:lnTo>
                  <a:pt x="12" y="570"/>
                </a:lnTo>
                <a:lnTo>
                  <a:pt x="9" y="586"/>
                </a:lnTo>
                <a:lnTo>
                  <a:pt x="6" y="603"/>
                </a:lnTo>
                <a:lnTo>
                  <a:pt x="4" y="621"/>
                </a:lnTo>
                <a:lnTo>
                  <a:pt x="2" y="638"/>
                </a:lnTo>
                <a:lnTo>
                  <a:pt x="1" y="656"/>
                </a:lnTo>
                <a:lnTo>
                  <a:pt x="0" y="673"/>
                </a:lnTo>
                <a:lnTo>
                  <a:pt x="0" y="691"/>
                </a:lnTo>
                <a:lnTo>
                  <a:pt x="0" y="710"/>
                </a:lnTo>
                <a:lnTo>
                  <a:pt x="1" y="727"/>
                </a:lnTo>
                <a:lnTo>
                  <a:pt x="2" y="745"/>
                </a:lnTo>
                <a:lnTo>
                  <a:pt x="4" y="762"/>
                </a:lnTo>
                <a:lnTo>
                  <a:pt x="6" y="780"/>
                </a:lnTo>
                <a:lnTo>
                  <a:pt x="9" y="797"/>
                </a:lnTo>
                <a:lnTo>
                  <a:pt x="12" y="813"/>
                </a:lnTo>
                <a:lnTo>
                  <a:pt x="16" y="831"/>
                </a:lnTo>
                <a:lnTo>
                  <a:pt x="20" y="847"/>
                </a:lnTo>
                <a:lnTo>
                  <a:pt x="25" y="865"/>
                </a:lnTo>
                <a:lnTo>
                  <a:pt x="30" y="881"/>
                </a:lnTo>
                <a:lnTo>
                  <a:pt x="36" y="897"/>
                </a:lnTo>
                <a:lnTo>
                  <a:pt x="42" y="913"/>
                </a:lnTo>
                <a:lnTo>
                  <a:pt x="49" y="930"/>
                </a:lnTo>
                <a:lnTo>
                  <a:pt x="55" y="945"/>
                </a:lnTo>
                <a:lnTo>
                  <a:pt x="62" y="961"/>
                </a:lnTo>
                <a:lnTo>
                  <a:pt x="70" y="976"/>
                </a:lnTo>
                <a:lnTo>
                  <a:pt x="79" y="991"/>
                </a:lnTo>
                <a:lnTo>
                  <a:pt x="87" y="1006"/>
                </a:lnTo>
                <a:lnTo>
                  <a:pt x="96" y="1021"/>
                </a:lnTo>
                <a:lnTo>
                  <a:pt x="106" y="1036"/>
                </a:lnTo>
                <a:lnTo>
                  <a:pt x="115" y="1050"/>
                </a:lnTo>
                <a:lnTo>
                  <a:pt x="126" y="1064"/>
                </a:lnTo>
                <a:lnTo>
                  <a:pt x="136" y="1079"/>
                </a:lnTo>
                <a:lnTo>
                  <a:pt x="148" y="1092"/>
                </a:lnTo>
                <a:lnTo>
                  <a:pt x="159" y="1105"/>
                </a:lnTo>
                <a:lnTo>
                  <a:pt x="170" y="1119"/>
                </a:lnTo>
                <a:lnTo>
                  <a:pt x="183" y="1131"/>
                </a:lnTo>
                <a:lnTo>
                  <a:pt x="195" y="1144"/>
                </a:lnTo>
                <a:lnTo>
                  <a:pt x="208" y="1156"/>
                </a:lnTo>
                <a:lnTo>
                  <a:pt x="220" y="1169"/>
                </a:lnTo>
                <a:lnTo>
                  <a:pt x="234" y="1180"/>
                </a:lnTo>
                <a:lnTo>
                  <a:pt x="248" y="1192"/>
                </a:lnTo>
                <a:lnTo>
                  <a:pt x="261" y="1204"/>
                </a:lnTo>
                <a:lnTo>
                  <a:pt x="290" y="1225"/>
                </a:lnTo>
                <a:lnTo>
                  <a:pt x="320" y="1245"/>
                </a:lnTo>
                <a:lnTo>
                  <a:pt x="336" y="1255"/>
                </a:lnTo>
                <a:lnTo>
                  <a:pt x="351" y="1265"/>
                </a:lnTo>
                <a:lnTo>
                  <a:pt x="368" y="1274"/>
                </a:lnTo>
                <a:lnTo>
                  <a:pt x="384" y="1282"/>
                </a:lnTo>
                <a:lnTo>
                  <a:pt x="400" y="1291"/>
                </a:lnTo>
                <a:lnTo>
                  <a:pt x="418" y="1300"/>
                </a:lnTo>
                <a:lnTo>
                  <a:pt x="434" y="1307"/>
                </a:lnTo>
                <a:lnTo>
                  <a:pt x="451" y="1315"/>
                </a:lnTo>
                <a:lnTo>
                  <a:pt x="469" y="1321"/>
                </a:lnTo>
                <a:lnTo>
                  <a:pt x="488" y="1329"/>
                </a:lnTo>
                <a:lnTo>
                  <a:pt x="505" y="1335"/>
                </a:lnTo>
                <a:lnTo>
                  <a:pt x="524" y="1341"/>
                </a:lnTo>
                <a:lnTo>
                  <a:pt x="542" y="1346"/>
                </a:lnTo>
                <a:lnTo>
                  <a:pt x="560" y="1351"/>
                </a:lnTo>
                <a:lnTo>
                  <a:pt x="579" y="1356"/>
                </a:lnTo>
                <a:lnTo>
                  <a:pt x="598" y="1361"/>
                </a:lnTo>
                <a:lnTo>
                  <a:pt x="618" y="1365"/>
                </a:lnTo>
                <a:lnTo>
                  <a:pt x="637" y="1369"/>
                </a:lnTo>
                <a:lnTo>
                  <a:pt x="657" y="1373"/>
                </a:lnTo>
                <a:lnTo>
                  <a:pt x="677" y="1375"/>
                </a:lnTo>
                <a:lnTo>
                  <a:pt x="697" y="1378"/>
                </a:lnTo>
                <a:lnTo>
                  <a:pt x="717" y="1379"/>
                </a:lnTo>
                <a:lnTo>
                  <a:pt x="737" y="1381"/>
                </a:lnTo>
                <a:lnTo>
                  <a:pt x="757" y="1381"/>
                </a:lnTo>
                <a:lnTo>
                  <a:pt x="777" y="1383"/>
                </a:lnTo>
                <a:lnTo>
                  <a:pt x="798" y="1383"/>
                </a:lnTo>
                <a:lnTo>
                  <a:pt x="818" y="1383"/>
                </a:lnTo>
                <a:lnTo>
                  <a:pt x="839" y="1383"/>
                </a:lnTo>
                <a:lnTo>
                  <a:pt x="859" y="1381"/>
                </a:lnTo>
                <a:lnTo>
                  <a:pt x="879" y="1379"/>
                </a:lnTo>
                <a:lnTo>
                  <a:pt x="899" y="1378"/>
                </a:lnTo>
                <a:lnTo>
                  <a:pt x="919" y="1375"/>
                </a:lnTo>
                <a:lnTo>
                  <a:pt x="939" y="1373"/>
                </a:lnTo>
                <a:lnTo>
                  <a:pt x="958" y="1369"/>
                </a:lnTo>
                <a:lnTo>
                  <a:pt x="978" y="1365"/>
                </a:lnTo>
                <a:lnTo>
                  <a:pt x="997" y="1361"/>
                </a:lnTo>
                <a:lnTo>
                  <a:pt x="1016" y="1356"/>
                </a:lnTo>
                <a:lnTo>
                  <a:pt x="1036" y="1351"/>
                </a:lnTo>
                <a:lnTo>
                  <a:pt x="1053" y="1346"/>
                </a:lnTo>
                <a:lnTo>
                  <a:pt x="1072" y="1341"/>
                </a:lnTo>
                <a:lnTo>
                  <a:pt x="1091" y="1335"/>
                </a:lnTo>
                <a:lnTo>
                  <a:pt x="1108" y="1329"/>
                </a:lnTo>
                <a:lnTo>
                  <a:pt x="1126" y="1321"/>
                </a:lnTo>
                <a:lnTo>
                  <a:pt x="1143" y="1315"/>
                </a:lnTo>
                <a:lnTo>
                  <a:pt x="1161" y="1307"/>
                </a:lnTo>
                <a:lnTo>
                  <a:pt x="1178" y="1300"/>
                </a:lnTo>
                <a:lnTo>
                  <a:pt x="1195" y="1291"/>
                </a:lnTo>
                <a:lnTo>
                  <a:pt x="1212" y="1282"/>
                </a:lnTo>
                <a:lnTo>
                  <a:pt x="1228" y="1274"/>
                </a:lnTo>
                <a:lnTo>
                  <a:pt x="1243" y="1265"/>
                </a:lnTo>
                <a:lnTo>
                  <a:pt x="1260" y="1255"/>
                </a:lnTo>
                <a:lnTo>
                  <a:pt x="1275" y="1245"/>
                </a:lnTo>
                <a:lnTo>
                  <a:pt x="1306" y="1225"/>
                </a:lnTo>
                <a:lnTo>
                  <a:pt x="1335" y="1204"/>
                </a:lnTo>
                <a:lnTo>
                  <a:pt x="1348" y="1192"/>
                </a:lnTo>
                <a:lnTo>
                  <a:pt x="1362" y="1180"/>
                </a:lnTo>
                <a:lnTo>
                  <a:pt x="1376" y="1169"/>
                </a:lnTo>
                <a:lnTo>
                  <a:pt x="1388" y="1156"/>
                </a:lnTo>
                <a:lnTo>
                  <a:pt x="1401" y="1144"/>
                </a:lnTo>
                <a:lnTo>
                  <a:pt x="1413" y="1131"/>
                </a:lnTo>
                <a:lnTo>
                  <a:pt x="1426" y="1119"/>
                </a:lnTo>
                <a:lnTo>
                  <a:pt x="1437" y="1105"/>
                </a:lnTo>
                <a:lnTo>
                  <a:pt x="1449" y="1092"/>
                </a:lnTo>
                <a:lnTo>
                  <a:pt x="1460" y="1079"/>
                </a:lnTo>
                <a:lnTo>
                  <a:pt x="1470" y="1064"/>
                </a:lnTo>
                <a:lnTo>
                  <a:pt x="1480" y="1050"/>
                </a:lnTo>
                <a:lnTo>
                  <a:pt x="1490" y="1036"/>
                </a:lnTo>
                <a:lnTo>
                  <a:pt x="1500" y="1021"/>
                </a:lnTo>
                <a:lnTo>
                  <a:pt x="1509" y="1006"/>
                </a:lnTo>
                <a:lnTo>
                  <a:pt x="1517" y="991"/>
                </a:lnTo>
                <a:lnTo>
                  <a:pt x="1525" y="976"/>
                </a:lnTo>
                <a:lnTo>
                  <a:pt x="1532" y="961"/>
                </a:lnTo>
                <a:lnTo>
                  <a:pt x="1540" y="945"/>
                </a:lnTo>
                <a:lnTo>
                  <a:pt x="1547" y="930"/>
                </a:lnTo>
                <a:lnTo>
                  <a:pt x="1554" y="913"/>
                </a:lnTo>
                <a:lnTo>
                  <a:pt x="1560" y="897"/>
                </a:lnTo>
                <a:lnTo>
                  <a:pt x="1565" y="881"/>
                </a:lnTo>
                <a:lnTo>
                  <a:pt x="1570" y="865"/>
                </a:lnTo>
                <a:lnTo>
                  <a:pt x="1575" y="847"/>
                </a:lnTo>
                <a:lnTo>
                  <a:pt x="1580" y="831"/>
                </a:lnTo>
                <a:lnTo>
                  <a:pt x="1584" y="813"/>
                </a:lnTo>
                <a:lnTo>
                  <a:pt x="1586" y="797"/>
                </a:lnTo>
                <a:lnTo>
                  <a:pt x="1589" y="780"/>
                </a:lnTo>
                <a:lnTo>
                  <a:pt x="1591" y="762"/>
                </a:lnTo>
                <a:lnTo>
                  <a:pt x="1594" y="745"/>
                </a:lnTo>
                <a:lnTo>
                  <a:pt x="1595" y="727"/>
                </a:lnTo>
                <a:lnTo>
                  <a:pt x="1595" y="710"/>
                </a:lnTo>
                <a:lnTo>
                  <a:pt x="1596" y="691"/>
                </a:lnTo>
                <a:lnTo>
                  <a:pt x="1595" y="673"/>
                </a:lnTo>
                <a:lnTo>
                  <a:pt x="1595" y="656"/>
                </a:lnTo>
                <a:lnTo>
                  <a:pt x="1594" y="638"/>
                </a:lnTo>
                <a:lnTo>
                  <a:pt x="1591" y="621"/>
                </a:lnTo>
                <a:lnTo>
                  <a:pt x="1590" y="603"/>
                </a:lnTo>
                <a:lnTo>
                  <a:pt x="1586" y="586"/>
                </a:lnTo>
                <a:lnTo>
                  <a:pt x="1584" y="570"/>
                </a:lnTo>
                <a:lnTo>
                  <a:pt x="1580" y="552"/>
                </a:lnTo>
                <a:lnTo>
                  <a:pt x="1575" y="536"/>
                </a:lnTo>
                <a:lnTo>
                  <a:pt x="1571" y="518"/>
                </a:lnTo>
                <a:lnTo>
                  <a:pt x="1565" y="502"/>
                </a:lnTo>
                <a:lnTo>
                  <a:pt x="1560" y="486"/>
                </a:lnTo>
                <a:lnTo>
                  <a:pt x="1554" y="469"/>
                </a:lnTo>
                <a:lnTo>
                  <a:pt x="1547" y="453"/>
                </a:lnTo>
                <a:lnTo>
                  <a:pt x="1540" y="438"/>
                </a:lnTo>
                <a:lnTo>
                  <a:pt x="1534" y="422"/>
                </a:lnTo>
                <a:lnTo>
                  <a:pt x="1525" y="407"/>
                </a:lnTo>
                <a:lnTo>
                  <a:pt x="1517" y="392"/>
                </a:lnTo>
                <a:lnTo>
                  <a:pt x="1509" y="377"/>
                </a:lnTo>
                <a:lnTo>
                  <a:pt x="1500" y="362"/>
                </a:lnTo>
                <a:lnTo>
                  <a:pt x="1490" y="347"/>
                </a:lnTo>
                <a:lnTo>
                  <a:pt x="1480" y="333"/>
                </a:lnTo>
                <a:lnTo>
                  <a:pt x="1470" y="319"/>
                </a:lnTo>
                <a:lnTo>
                  <a:pt x="1460" y="304"/>
                </a:lnTo>
                <a:lnTo>
                  <a:pt x="1449" y="291"/>
                </a:lnTo>
                <a:lnTo>
                  <a:pt x="1437" y="278"/>
                </a:lnTo>
                <a:lnTo>
                  <a:pt x="1426" y="264"/>
                </a:lnTo>
                <a:lnTo>
                  <a:pt x="1413" y="252"/>
                </a:lnTo>
                <a:lnTo>
                  <a:pt x="1401" y="239"/>
                </a:lnTo>
                <a:lnTo>
                  <a:pt x="1388" y="227"/>
                </a:lnTo>
                <a:lnTo>
                  <a:pt x="1376" y="214"/>
                </a:lnTo>
                <a:lnTo>
                  <a:pt x="1362" y="203"/>
                </a:lnTo>
                <a:lnTo>
                  <a:pt x="1348" y="191"/>
                </a:lnTo>
                <a:lnTo>
                  <a:pt x="1335" y="179"/>
                </a:lnTo>
                <a:lnTo>
                  <a:pt x="1306" y="158"/>
                </a:lnTo>
                <a:lnTo>
                  <a:pt x="1275" y="137"/>
                </a:lnTo>
                <a:lnTo>
                  <a:pt x="1260" y="128"/>
                </a:lnTo>
                <a:lnTo>
                  <a:pt x="1243" y="118"/>
                </a:lnTo>
                <a:lnTo>
                  <a:pt x="1228" y="109"/>
                </a:lnTo>
                <a:lnTo>
                  <a:pt x="1212" y="100"/>
                </a:lnTo>
                <a:lnTo>
                  <a:pt x="1195" y="92"/>
                </a:lnTo>
                <a:lnTo>
                  <a:pt x="1178" y="83"/>
                </a:lnTo>
                <a:lnTo>
                  <a:pt x="1161" y="75"/>
                </a:lnTo>
                <a:lnTo>
                  <a:pt x="1143" y="68"/>
                </a:lnTo>
                <a:lnTo>
                  <a:pt x="1126" y="60"/>
                </a:lnTo>
                <a:lnTo>
                  <a:pt x="1108" y="54"/>
                </a:lnTo>
                <a:lnTo>
                  <a:pt x="1091" y="48"/>
                </a:lnTo>
                <a:lnTo>
                  <a:pt x="1072" y="42"/>
                </a:lnTo>
                <a:lnTo>
                  <a:pt x="1053" y="37"/>
                </a:lnTo>
                <a:lnTo>
                  <a:pt x="1036" y="30"/>
                </a:lnTo>
                <a:lnTo>
                  <a:pt x="1016" y="27"/>
                </a:lnTo>
                <a:lnTo>
                  <a:pt x="997" y="22"/>
                </a:lnTo>
                <a:lnTo>
                  <a:pt x="978" y="18"/>
                </a:lnTo>
                <a:lnTo>
                  <a:pt x="958" y="14"/>
                </a:lnTo>
                <a:lnTo>
                  <a:pt x="939" y="10"/>
                </a:lnTo>
                <a:lnTo>
                  <a:pt x="919" y="8"/>
                </a:lnTo>
                <a:lnTo>
                  <a:pt x="899" y="5"/>
                </a:lnTo>
                <a:lnTo>
                  <a:pt x="879" y="3"/>
                </a:lnTo>
                <a:lnTo>
                  <a:pt x="859" y="2"/>
                </a:lnTo>
                <a:lnTo>
                  <a:pt x="839" y="0"/>
                </a:lnTo>
                <a:lnTo>
                  <a:pt x="818" y="0"/>
                </a:lnTo>
                <a:lnTo>
                  <a:pt x="798" y="0"/>
                </a:lnTo>
              </a:path>
            </a:pathLst>
          </a:custGeom>
          <a:noFill/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116"/>
          <p:cNvSpPr>
            <a:spLocks/>
          </p:cNvSpPr>
          <p:nvPr/>
        </p:nvSpPr>
        <p:spPr bwMode="auto">
          <a:xfrm>
            <a:off x="5743576" y="2395539"/>
            <a:ext cx="1914525" cy="3321050"/>
          </a:xfrm>
          <a:custGeom>
            <a:avLst/>
            <a:gdLst/>
            <a:ahLst/>
            <a:cxnLst>
              <a:cxn ang="0">
                <a:pos x="640" y="420"/>
              </a:cxn>
              <a:cxn ang="0">
                <a:pos x="543" y="182"/>
              </a:cxn>
              <a:cxn ang="0">
                <a:pos x="478" y="617"/>
              </a:cxn>
              <a:cxn ang="0">
                <a:pos x="251" y="351"/>
              </a:cxn>
              <a:cxn ang="0">
                <a:pos x="300" y="756"/>
              </a:cxn>
              <a:cxn ang="0">
                <a:pos x="66" y="801"/>
              </a:cxn>
              <a:cxn ang="0">
                <a:pos x="220" y="1123"/>
              </a:cxn>
              <a:cxn ang="0">
                <a:pos x="0" y="1247"/>
              </a:cxn>
              <a:cxn ang="0">
                <a:pos x="186" y="1489"/>
              </a:cxn>
              <a:cxn ang="0">
                <a:pos x="72" y="1727"/>
              </a:cxn>
              <a:cxn ang="0">
                <a:pos x="269" y="1767"/>
              </a:cxn>
              <a:cxn ang="0">
                <a:pos x="275" y="2092"/>
              </a:cxn>
              <a:cxn ang="0">
                <a:pos x="420" y="1756"/>
              </a:cxn>
              <a:cxn ang="0">
                <a:pos x="486" y="1910"/>
              </a:cxn>
              <a:cxn ang="0">
                <a:pos x="552" y="1682"/>
              </a:cxn>
              <a:cxn ang="0">
                <a:pos x="649" y="1824"/>
              </a:cxn>
              <a:cxn ang="0">
                <a:pos x="680" y="1543"/>
              </a:cxn>
              <a:cxn ang="0">
                <a:pos x="834" y="1682"/>
              </a:cxn>
              <a:cxn ang="0">
                <a:pos x="818" y="1390"/>
              </a:cxn>
              <a:cxn ang="0">
                <a:pos x="1054" y="1514"/>
              </a:cxn>
              <a:cxn ang="0">
                <a:pos x="914" y="1193"/>
              </a:cxn>
              <a:cxn ang="0">
                <a:pos x="1021" y="1094"/>
              </a:cxn>
              <a:cxn ang="0">
                <a:pos x="948" y="910"/>
              </a:cxn>
              <a:cxn ang="0">
                <a:pos x="1206" y="644"/>
              </a:cxn>
              <a:cxn ang="0">
                <a:pos x="914" y="632"/>
              </a:cxn>
              <a:cxn ang="0">
                <a:pos x="1006" y="307"/>
              </a:cxn>
              <a:cxn ang="0">
                <a:pos x="812" y="559"/>
              </a:cxn>
              <a:cxn ang="0">
                <a:pos x="825" y="0"/>
              </a:cxn>
              <a:cxn ang="0">
                <a:pos x="640" y="420"/>
              </a:cxn>
            </a:cxnLst>
            <a:rect l="0" t="0" r="r" b="b"/>
            <a:pathLst>
              <a:path w="1206" h="2092">
                <a:moveTo>
                  <a:pt x="640" y="420"/>
                </a:moveTo>
                <a:lnTo>
                  <a:pt x="543" y="182"/>
                </a:lnTo>
                <a:lnTo>
                  <a:pt x="478" y="617"/>
                </a:lnTo>
                <a:lnTo>
                  <a:pt x="251" y="351"/>
                </a:lnTo>
                <a:lnTo>
                  <a:pt x="300" y="756"/>
                </a:lnTo>
                <a:lnTo>
                  <a:pt x="66" y="801"/>
                </a:lnTo>
                <a:lnTo>
                  <a:pt x="220" y="1123"/>
                </a:lnTo>
                <a:lnTo>
                  <a:pt x="0" y="1247"/>
                </a:lnTo>
                <a:lnTo>
                  <a:pt x="186" y="1489"/>
                </a:lnTo>
                <a:lnTo>
                  <a:pt x="72" y="1727"/>
                </a:lnTo>
                <a:lnTo>
                  <a:pt x="269" y="1767"/>
                </a:lnTo>
                <a:lnTo>
                  <a:pt x="275" y="2092"/>
                </a:lnTo>
                <a:lnTo>
                  <a:pt x="420" y="1756"/>
                </a:lnTo>
                <a:lnTo>
                  <a:pt x="486" y="1910"/>
                </a:lnTo>
                <a:lnTo>
                  <a:pt x="552" y="1682"/>
                </a:lnTo>
                <a:lnTo>
                  <a:pt x="649" y="1824"/>
                </a:lnTo>
                <a:lnTo>
                  <a:pt x="680" y="1543"/>
                </a:lnTo>
                <a:lnTo>
                  <a:pt x="834" y="1682"/>
                </a:lnTo>
                <a:lnTo>
                  <a:pt x="818" y="1390"/>
                </a:lnTo>
                <a:lnTo>
                  <a:pt x="1054" y="1514"/>
                </a:lnTo>
                <a:lnTo>
                  <a:pt x="914" y="1193"/>
                </a:lnTo>
                <a:lnTo>
                  <a:pt x="1021" y="1094"/>
                </a:lnTo>
                <a:lnTo>
                  <a:pt x="948" y="910"/>
                </a:lnTo>
                <a:lnTo>
                  <a:pt x="1206" y="644"/>
                </a:lnTo>
                <a:lnTo>
                  <a:pt x="914" y="632"/>
                </a:lnTo>
                <a:lnTo>
                  <a:pt x="1006" y="307"/>
                </a:lnTo>
                <a:lnTo>
                  <a:pt x="812" y="559"/>
                </a:lnTo>
                <a:lnTo>
                  <a:pt x="825" y="0"/>
                </a:lnTo>
                <a:lnTo>
                  <a:pt x="640" y="42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66000"/>
            </a:schemeClr>
          </a:solidFill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108"/>
          <p:cNvSpPr>
            <a:spLocks/>
          </p:cNvSpPr>
          <p:nvPr/>
        </p:nvSpPr>
        <p:spPr bwMode="auto">
          <a:xfrm>
            <a:off x="2085976" y="1719264"/>
            <a:ext cx="3095625" cy="1352550"/>
          </a:xfrm>
          <a:custGeom>
            <a:avLst/>
            <a:gdLst/>
            <a:ahLst/>
            <a:cxnLst>
              <a:cxn ang="0">
                <a:pos x="1950" y="426"/>
              </a:cxn>
              <a:cxn ang="0">
                <a:pos x="1665" y="302"/>
              </a:cxn>
              <a:cxn ang="0">
                <a:pos x="1665" y="125"/>
              </a:cxn>
              <a:cxn ang="0">
                <a:pos x="1261" y="125"/>
              </a:cxn>
              <a:cxn ang="0">
                <a:pos x="975" y="0"/>
              </a:cxn>
              <a:cxn ang="0">
                <a:pos x="689" y="125"/>
              </a:cxn>
              <a:cxn ang="0">
                <a:pos x="285" y="125"/>
              </a:cxn>
              <a:cxn ang="0">
                <a:pos x="286" y="302"/>
              </a:cxn>
              <a:cxn ang="0">
                <a:pos x="0" y="426"/>
              </a:cxn>
              <a:cxn ang="0">
                <a:pos x="286" y="551"/>
              </a:cxn>
              <a:cxn ang="0">
                <a:pos x="285" y="727"/>
              </a:cxn>
              <a:cxn ang="0">
                <a:pos x="689" y="727"/>
              </a:cxn>
              <a:cxn ang="0">
                <a:pos x="975" y="852"/>
              </a:cxn>
              <a:cxn ang="0">
                <a:pos x="1261" y="727"/>
              </a:cxn>
              <a:cxn ang="0">
                <a:pos x="1665" y="727"/>
              </a:cxn>
              <a:cxn ang="0">
                <a:pos x="1665" y="551"/>
              </a:cxn>
              <a:cxn ang="0">
                <a:pos x="1950" y="426"/>
              </a:cxn>
            </a:cxnLst>
            <a:rect l="0" t="0" r="r" b="b"/>
            <a:pathLst>
              <a:path w="1950" h="852">
                <a:moveTo>
                  <a:pt x="1950" y="426"/>
                </a:moveTo>
                <a:lnTo>
                  <a:pt x="1665" y="302"/>
                </a:lnTo>
                <a:lnTo>
                  <a:pt x="1665" y="125"/>
                </a:lnTo>
                <a:lnTo>
                  <a:pt x="1261" y="125"/>
                </a:lnTo>
                <a:lnTo>
                  <a:pt x="975" y="0"/>
                </a:lnTo>
                <a:lnTo>
                  <a:pt x="689" y="125"/>
                </a:lnTo>
                <a:lnTo>
                  <a:pt x="285" y="125"/>
                </a:lnTo>
                <a:lnTo>
                  <a:pt x="286" y="302"/>
                </a:lnTo>
                <a:lnTo>
                  <a:pt x="0" y="426"/>
                </a:lnTo>
                <a:lnTo>
                  <a:pt x="286" y="551"/>
                </a:lnTo>
                <a:lnTo>
                  <a:pt x="285" y="727"/>
                </a:lnTo>
                <a:lnTo>
                  <a:pt x="689" y="727"/>
                </a:lnTo>
                <a:lnTo>
                  <a:pt x="975" y="852"/>
                </a:lnTo>
                <a:lnTo>
                  <a:pt x="1261" y="727"/>
                </a:lnTo>
                <a:lnTo>
                  <a:pt x="1665" y="727"/>
                </a:lnTo>
                <a:lnTo>
                  <a:pt x="1665" y="551"/>
                </a:lnTo>
                <a:lnTo>
                  <a:pt x="1950" y="426"/>
                </a:lnTo>
                <a:close/>
              </a:path>
            </a:pathLst>
          </a:custGeom>
          <a:solidFill>
            <a:srgbClr val="C0C0C0">
              <a:alpha val="46000"/>
            </a:srgbClr>
          </a:solidFill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SHINE</a:t>
            </a:r>
          </a:p>
        </p:txBody>
      </p:sp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900" y="947738"/>
            <a:ext cx="7412038" cy="5573712"/>
          </a:xfrm>
          <a:prstGeom prst="rect">
            <a:avLst/>
          </a:prstGeom>
          <a:noFill/>
          <a:ln w="12700" algn="ctr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STANDARDIZE</a:t>
            </a: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 rot="18071">
            <a:off x="617538" y="1554163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>
                <a:latin typeface="Times New Roman" pitchFamily="18" charset="0"/>
              </a:rPr>
              <a:t>1</a:t>
            </a:r>
          </a:p>
        </p:txBody>
      </p:sp>
      <p:sp>
        <p:nvSpPr>
          <p:cNvPr id="7172" name="Text Box 3"/>
          <p:cNvSpPr txBox="1">
            <a:spLocks noChangeArrowheads="1"/>
          </p:cNvSpPr>
          <p:nvPr/>
        </p:nvSpPr>
        <p:spPr bwMode="auto">
          <a:xfrm rot="34243">
            <a:off x="1549400" y="1295400"/>
            <a:ext cx="4635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</a:t>
            </a: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 rot="5786">
            <a:off x="2598738" y="14938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3</a:t>
            </a:r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 rot="57688">
            <a:off x="3200400" y="1357313"/>
            <a:ext cx="412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4</a:t>
            </a:r>
          </a:p>
        </p:txBody>
      </p:sp>
      <p:sp>
        <p:nvSpPr>
          <p:cNvPr id="7175" name="Text Box 6"/>
          <p:cNvSpPr txBox="1">
            <a:spLocks noChangeArrowheads="1"/>
          </p:cNvSpPr>
          <p:nvPr/>
        </p:nvSpPr>
        <p:spPr bwMode="auto">
          <a:xfrm rot="19330">
            <a:off x="4017963" y="14938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5</a:t>
            </a:r>
          </a:p>
        </p:txBody>
      </p:sp>
      <p:sp>
        <p:nvSpPr>
          <p:cNvPr id="7176" name="Text Box 7"/>
          <p:cNvSpPr txBox="1">
            <a:spLocks noChangeArrowheads="1"/>
          </p:cNvSpPr>
          <p:nvPr/>
        </p:nvSpPr>
        <p:spPr bwMode="auto">
          <a:xfrm rot="21109">
            <a:off x="4838700" y="1447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lbertus" pitchFamily="34" charset="0"/>
              </a:rPr>
              <a:t>6</a:t>
            </a:r>
          </a:p>
        </p:txBody>
      </p:sp>
      <p:sp>
        <p:nvSpPr>
          <p:cNvPr id="7177" name="Text Box 8"/>
          <p:cNvSpPr txBox="1">
            <a:spLocks noChangeArrowheads="1"/>
          </p:cNvSpPr>
          <p:nvPr/>
        </p:nvSpPr>
        <p:spPr bwMode="auto">
          <a:xfrm rot="48044">
            <a:off x="5792788" y="1387475"/>
            <a:ext cx="428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Algerian" pitchFamily="82" charset="0"/>
              </a:rPr>
              <a:t>7</a:t>
            </a:r>
          </a:p>
        </p:txBody>
      </p:sp>
      <p:sp>
        <p:nvSpPr>
          <p:cNvPr id="7178" name="Text Box 9"/>
          <p:cNvSpPr txBox="1">
            <a:spLocks noChangeArrowheads="1"/>
          </p:cNvSpPr>
          <p:nvPr/>
        </p:nvSpPr>
        <p:spPr bwMode="auto">
          <a:xfrm rot="10896">
            <a:off x="6665913" y="141763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Old English" pitchFamily="2" charset="0"/>
              </a:rPr>
              <a:t>8</a:t>
            </a:r>
          </a:p>
        </p:txBody>
      </p:sp>
      <p:sp>
        <p:nvSpPr>
          <p:cNvPr id="7179" name="Text Box 10"/>
          <p:cNvSpPr txBox="1">
            <a:spLocks noChangeArrowheads="1"/>
          </p:cNvSpPr>
          <p:nvPr/>
        </p:nvSpPr>
        <p:spPr bwMode="auto">
          <a:xfrm rot="40852">
            <a:off x="7505700" y="14938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9</a:t>
            </a:r>
          </a:p>
        </p:txBody>
      </p:sp>
      <p:sp>
        <p:nvSpPr>
          <p:cNvPr id="7180" name="Text Box 11"/>
          <p:cNvSpPr txBox="1">
            <a:spLocks noChangeArrowheads="1"/>
          </p:cNvSpPr>
          <p:nvPr/>
        </p:nvSpPr>
        <p:spPr bwMode="auto">
          <a:xfrm>
            <a:off x="8234363" y="1355725"/>
            <a:ext cx="64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10</a:t>
            </a:r>
          </a:p>
        </p:txBody>
      </p:sp>
      <p:sp>
        <p:nvSpPr>
          <p:cNvPr id="7181" name="Text Box 12"/>
          <p:cNvSpPr txBox="1">
            <a:spLocks noChangeArrowheads="1"/>
          </p:cNvSpPr>
          <p:nvPr/>
        </p:nvSpPr>
        <p:spPr bwMode="auto">
          <a:xfrm rot="19197">
            <a:off x="446088" y="2239963"/>
            <a:ext cx="590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Times New Roman" pitchFamily="18" charset="0"/>
              </a:rPr>
              <a:t>11</a:t>
            </a:r>
          </a:p>
        </p:txBody>
      </p:sp>
      <p:sp>
        <p:nvSpPr>
          <p:cNvPr id="7182" name="Text Box 13"/>
          <p:cNvSpPr txBox="1">
            <a:spLocks noChangeArrowheads="1"/>
          </p:cNvSpPr>
          <p:nvPr/>
        </p:nvSpPr>
        <p:spPr bwMode="auto">
          <a:xfrm rot="26672">
            <a:off x="1574800" y="23463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12</a:t>
            </a:r>
          </a:p>
        </p:txBody>
      </p:sp>
      <p:sp>
        <p:nvSpPr>
          <p:cNvPr id="7183" name="Text Box 14"/>
          <p:cNvSpPr txBox="1">
            <a:spLocks noChangeArrowheads="1"/>
          </p:cNvSpPr>
          <p:nvPr/>
        </p:nvSpPr>
        <p:spPr bwMode="auto">
          <a:xfrm>
            <a:off x="2554288" y="23606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i="1">
                <a:latin typeface="Times New Roman" pitchFamily="18" charset="0"/>
              </a:rPr>
              <a:t>13</a:t>
            </a:r>
          </a:p>
        </p:txBody>
      </p:sp>
      <p:sp>
        <p:nvSpPr>
          <p:cNvPr id="7184" name="Text Box 15"/>
          <p:cNvSpPr txBox="1">
            <a:spLocks noChangeArrowheads="1"/>
          </p:cNvSpPr>
          <p:nvPr/>
        </p:nvSpPr>
        <p:spPr bwMode="auto">
          <a:xfrm rot="12637">
            <a:off x="3219450" y="2332038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Strider" pitchFamily="18" charset="0"/>
              </a:rPr>
              <a:t>14</a:t>
            </a:r>
          </a:p>
        </p:txBody>
      </p:sp>
      <p:sp>
        <p:nvSpPr>
          <p:cNvPr id="7185" name="Text Box 16"/>
          <p:cNvSpPr txBox="1">
            <a:spLocks noChangeArrowheads="1"/>
          </p:cNvSpPr>
          <p:nvPr/>
        </p:nvSpPr>
        <p:spPr bwMode="auto">
          <a:xfrm rot="2509">
            <a:off x="3821113" y="2179638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15</a:t>
            </a:r>
          </a:p>
        </p:txBody>
      </p:sp>
      <p:sp>
        <p:nvSpPr>
          <p:cNvPr id="7186" name="Text Box 17"/>
          <p:cNvSpPr txBox="1">
            <a:spLocks noChangeArrowheads="1"/>
          </p:cNvSpPr>
          <p:nvPr/>
        </p:nvSpPr>
        <p:spPr bwMode="auto">
          <a:xfrm rot="8454">
            <a:off x="4483100" y="1981200"/>
            <a:ext cx="10922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6600">
                <a:latin typeface="Rockwell" pitchFamily="18" charset="0"/>
              </a:rPr>
              <a:t>16</a:t>
            </a:r>
          </a:p>
        </p:txBody>
      </p:sp>
      <p:sp>
        <p:nvSpPr>
          <p:cNvPr id="7187" name="Text Box 18"/>
          <p:cNvSpPr txBox="1">
            <a:spLocks noChangeArrowheads="1"/>
          </p:cNvSpPr>
          <p:nvPr/>
        </p:nvSpPr>
        <p:spPr bwMode="auto">
          <a:xfrm rot="52250">
            <a:off x="5662613" y="2179638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17</a:t>
            </a:r>
          </a:p>
        </p:txBody>
      </p:sp>
      <p:sp>
        <p:nvSpPr>
          <p:cNvPr id="7188" name="Text Box 19"/>
          <p:cNvSpPr txBox="1">
            <a:spLocks noChangeArrowheads="1"/>
          </p:cNvSpPr>
          <p:nvPr/>
        </p:nvSpPr>
        <p:spPr bwMode="auto">
          <a:xfrm rot="22734">
            <a:off x="7359650" y="2239963"/>
            <a:ext cx="590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 i="1">
                <a:latin typeface="Times New Roman" pitchFamily="18" charset="0"/>
              </a:rPr>
              <a:t>19</a:t>
            </a:r>
          </a:p>
        </p:txBody>
      </p:sp>
      <p:sp>
        <p:nvSpPr>
          <p:cNvPr id="7189" name="Text Box 20"/>
          <p:cNvSpPr txBox="1">
            <a:spLocks noChangeArrowheads="1"/>
          </p:cNvSpPr>
          <p:nvPr/>
        </p:nvSpPr>
        <p:spPr bwMode="auto">
          <a:xfrm rot="39431">
            <a:off x="8121650" y="2073275"/>
            <a:ext cx="8699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5400">
                <a:latin typeface="Times New Roman" pitchFamily="18" charset="0"/>
              </a:rPr>
              <a:t>20</a:t>
            </a:r>
          </a:p>
        </p:txBody>
      </p:sp>
      <p:sp>
        <p:nvSpPr>
          <p:cNvPr id="7190" name="Text Box 21"/>
          <p:cNvSpPr txBox="1">
            <a:spLocks noChangeArrowheads="1"/>
          </p:cNvSpPr>
          <p:nvPr/>
        </p:nvSpPr>
        <p:spPr bwMode="auto">
          <a:xfrm rot="56370">
            <a:off x="344488" y="2900363"/>
            <a:ext cx="79375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Times New Roman" pitchFamily="18" charset="0"/>
              </a:rPr>
              <a:t>21</a:t>
            </a:r>
          </a:p>
        </p:txBody>
      </p:sp>
      <p:sp>
        <p:nvSpPr>
          <p:cNvPr id="7191" name="Text Box 22"/>
          <p:cNvSpPr txBox="1">
            <a:spLocks noChangeArrowheads="1"/>
          </p:cNvSpPr>
          <p:nvPr/>
        </p:nvSpPr>
        <p:spPr bwMode="auto">
          <a:xfrm rot="42008">
            <a:off x="1435100" y="2962275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22</a:t>
            </a:r>
            <a:endParaRPr lang="en-US" sz="4800">
              <a:latin typeface="Times New Roman" pitchFamily="18" charset="0"/>
            </a:endParaRPr>
          </a:p>
        </p:txBody>
      </p:sp>
      <p:sp>
        <p:nvSpPr>
          <p:cNvPr id="7192" name="Text Box 23"/>
          <p:cNvSpPr txBox="1">
            <a:spLocks noChangeArrowheads="1"/>
          </p:cNvSpPr>
          <p:nvPr/>
        </p:nvSpPr>
        <p:spPr bwMode="auto">
          <a:xfrm>
            <a:off x="2452688" y="3022600"/>
            <a:ext cx="59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Times New Roman" pitchFamily="18" charset="0"/>
              </a:rPr>
              <a:t>23</a:t>
            </a:r>
          </a:p>
        </p:txBody>
      </p:sp>
      <p:sp>
        <p:nvSpPr>
          <p:cNvPr id="7193" name="Text Box 24"/>
          <p:cNvSpPr txBox="1">
            <a:spLocks noChangeArrowheads="1"/>
          </p:cNvSpPr>
          <p:nvPr/>
        </p:nvSpPr>
        <p:spPr bwMode="auto">
          <a:xfrm rot="11437">
            <a:off x="3035300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24</a:t>
            </a:r>
          </a:p>
        </p:txBody>
      </p:sp>
      <p:sp>
        <p:nvSpPr>
          <p:cNvPr id="7194" name="Text Box 25"/>
          <p:cNvSpPr txBox="1">
            <a:spLocks noChangeArrowheads="1"/>
          </p:cNvSpPr>
          <p:nvPr/>
        </p:nvSpPr>
        <p:spPr bwMode="auto">
          <a:xfrm rot="54360">
            <a:off x="3795713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25</a:t>
            </a:r>
          </a:p>
        </p:txBody>
      </p:sp>
      <p:sp>
        <p:nvSpPr>
          <p:cNvPr id="7195" name="Text Box 26"/>
          <p:cNvSpPr txBox="1">
            <a:spLocks noChangeArrowheads="1"/>
          </p:cNvSpPr>
          <p:nvPr/>
        </p:nvSpPr>
        <p:spPr bwMode="auto">
          <a:xfrm rot="37576">
            <a:off x="4684713" y="2962275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26</a:t>
            </a:r>
          </a:p>
        </p:txBody>
      </p:sp>
      <p:sp>
        <p:nvSpPr>
          <p:cNvPr id="7196" name="Text Box 27"/>
          <p:cNvSpPr txBox="1">
            <a:spLocks noChangeArrowheads="1"/>
          </p:cNvSpPr>
          <p:nvPr/>
        </p:nvSpPr>
        <p:spPr bwMode="auto">
          <a:xfrm>
            <a:off x="5637213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27</a:t>
            </a:r>
          </a:p>
        </p:txBody>
      </p:sp>
      <p:sp>
        <p:nvSpPr>
          <p:cNvPr id="7197" name="Text Box 28"/>
          <p:cNvSpPr txBox="1">
            <a:spLocks noChangeArrowheads="1"/>
          </p:cNvSpPr>
          <p:nvPr/>
        </p:nvSpPr>
        <p:spPr bwMode="auto">
          <a:xfrm rot="39188">
            <a:off x="6484938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 b="1">
                <a:latin typeface="Times New Roman" pitchFamily="18" charset="0"/>
              </a:rPr>
              <a:t>28</a:t>
            </a:r>
          </a:p>
        </p:txBody>
      </p:sp>
      <p:sp>
        <p:nvSpPr>
          <p:cNvPr id="7198" name="Text Box 29"/>
          <p:cNvSpPr txBox="1">
            <a:spLocks noChangeArrowheads="1"/>
          </p:cNvSpPr>
          <p:nvPr/>
        </p:nvSpPr>
        <p:spPr bwMode="auto">
          <a:xfrm rot="26953">
            <a:off x="7410450" y="308451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29</a:t>
            </a:r>
          </a:p>
        </p:txBody>
      </p:sp>
      <p:sp>
        <p:nvSpPr>
          <p:cNvPr id="7199" name="Text Box 30"/>
          <p:cNvSpPr txBox="1">
            <a:spLocks noChangeArrowheads="1"/>
          </p:cNvSpPr>
          <p:nvPr/>
        </p:nvSpPr>
        <p:spPr bwMode="auto">
          <a:xfrm>
            <a:off x="8235950" y="2992438"/>
            <a:ext cx="64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30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7200" name="Text Box 31"/>
          <p:cNvSpPr txBox="1">
            <a:spLocks noChangeArrowheads="1"/>
          </p:cNvSpPr>
          <p:nvPr/>
        </p:nvSpPr>
        <p:spPr bwMode="auto">
          <a:xfrm rot="-38672">
            <a:off x="268288" y="3703638"/>
            <a:ext cx="946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6000">
                <a:latin typeface="Times New Roman" pitchFamily="18" charset="0"/>
              </a:rPr>
              <a:t>31</a:t>
            </a:r>
          </a:p>
        </p:txBody>
      </p:sp>
      <p:sp>
        <p:nvSpPr>
          <p:cNvPr id="7201" name="Text Box 32"/>
          <p:cNvSpPr txBox="1">
            <a:spLocks noChangeArrowheads="1"/>
          </p:cNvSpPr>
          <p:nvPr/>
        </p:nvSpPr>
        <p:spPr bwMode="auto">
          <a:xfrm rot="50979">
            <a:off x="1079500" y="3429000"/>
            <a:ext cx="14033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9600">
                <a:latin typeface="Times New Roman" pitchFamily="18" charset="0"/>
              </a:rPr>
              <a:t>32</a:t>
            </a:r>
          </a:p>
        </p:txBody>
      </p:sp>
      <p:sp>
        <p:nvSpPr>
          <p:cNvPr id="7202" name="Text Box 33"/>
          <p:cNvSpPr txBox="1">
            <a:spLocks noChangeArrowheads="1"/>
          </p:cNvSpPr>
          <p:nvPr/>
        </p:nvSpPr>
        <p:spPr bwMode="auto">
          <a:xfrm rot="35826">
            <a:off x="2354263" y="3795713"/>
            <a:ext cx="79375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Times New Roman" pitchFamily="18" charset="0"/>
              </a:rPr>
              <a:t>33</a:t>
            </a:r>
          </a:p>
        </p:txBody>
      </p:sp>
      <p:sp>
        <p:nvSpPr>
          <p:cNvPr id="7203" name="Text Box 34"/>
          <p:cNvSpPr txBox="1">
            <a:spLocks noChangeArrowheads="1"/>
          </p:cNvSpPr>
          <p:nvPr/>
        </p:nvSpPr>
        <p:spPr bwMode="auto">
          <a:xfrm rot="13092">
            <a:off x="3086100" y="3886200"/>
            <a:ext cx="64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34</a:t>
            </a:r>
          </a:p>
        </p:txBody>
      </p:sp>
      <p:sp>
        <p:nvSpPr>
          <p:cNvPr id="7204" name="Text Box 35"/>
          <p:cNvSpPr txBox="1">
            <a:spLocks noChangeArrowheads="1"/>
          </p:cNvSpPr>
          <p:nvPr/>
        </p:nvSpPr>
        <p:spPr bwMode="auto">
          <a:xfrm rot="9237">
            <a:off x="3960813" y="40227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35</a:t>
            </a:r>
          </a:p>
        </p:txBody>
      </p:sp>
      <p:sp>
        <p:nvSpPr>
          <p:cNvPr id="7205" name="Text Box 36"/>
          <p:cNvSpPr txBox="1">
            <a:spLocks noChangeArrowheads="1"/>
          </p:cNvSpPr>
          <p:nvPr/>
        </p:nvSpPr>
        <p:spPr bwMode="auto">
          <a:xfrm rot="16258">
            <a:off x="4633913" y="3795713"/>
            <a:ext cx="79375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Times New Roman" pitchFamily="18" charset="0"/>
              </a:rPr>
              <a:t>36</a:t>
            </a:r>
          </a:p>
        </p:txBody>
      </p:sp>
      <p:sp>
        <p:nvSpPr>
          <p:cNvPr id="7206" name="Text Box 37"/>
          <p:cNvSpPr txBox="1">
            <a:spLocks noChangeArrowheads="1"/>
          </p:cNvSpPr>
          <p:nvPr/>
        </p:nvSpPr>
        <p:spPr bwMode="auto">
          <a:xfrm rot="24640">
            <a:off x="5637213" y="3825875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 i="1">
                <a:latin typeface="Times New Roman" pitchFamily="18" charset="0"/>
              </a:rPr>
              <a:t>37</a:t>
            </a:r>
          </a:p>
        </p:txBody>
      </p:sp>
      <p:sp>
        <p:nvSpPr>
          <p:cNvPr id="7207" name="Text Box 38"/>
          <p:cNvSpPr txBox="1">
            <a:spLocks noChangeArrowheads="1"/>
          </p:cNvSpPr>
          <p:nvPr/>
        </p:nvSpPr>
        <p:spPr bwMode="auto">
          <a:xfrm rot="6325">
            <a:off x="6596063" y="3978275"/>
            <a:ext cx="522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Old English" pitchFamily="2" charset="0"/>
              </a:rPr>
              <a:t>38</a:t>
            </a:r>
          </a:p>
        </p:txBody>
      </p:sp>
      <p:sp>
        <p:nvSpPr>
          <p:cNvPr id="7208" name="Text Box 39"/>
          <p:cNvSpPr txBox="1">
            <a:spLocks noChangeArrowheads="1"/>
          </p:cNvSpPr>
          <p:nvPr/>
        </p:nvSpPr>
        <p:spPr bwMode="auto">
          <a:xfrm rot="35599">
            <a:off x="7359650" y="3917950"/>
            <a:ext cx="59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Times New Roman" pitchFamily="18" charset="0"/>
              </a:rPr>
              <a:t>39</a:t>
            </a:r>
          </a:p>
        </p:txBody>
      </p:sp>
      <p:sp>
        <p:nvSpPr>
          <p:cNvPr id="7209" name="Text Box 40"/>
          <p:cNvSpPr txBox="1">
            <a:spLocks noChangeArrowheads="1"/>
          </p:cNvSpPr>
          <p:nvPr/>
        </p:nvSpPr>
        <p:spPr bwMode="auto">
          <a:xfrm rot="16435">
            <a:off x="141288" y="4602163"/>
            <a:ext cx="120015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7200">
                <a:latin typeface="Arial" charset="0"/>
              </a:rPr>
              <a:t>41</a:t>
            </a:r>
          </a:p>
        </p:txBody>
      </p:sp>
      <p:sp>
        <p:nvSpPr>
          <p:cNvPr id="7210" name="Text Box 41"/>
          <p:cNvSpPr txBox="1">
            <a:spLocks noChangeArrowheads="1"/>
          </p:cNvSpPr>
          <p:nvPr/>
        </p:nvSpPr>
        <p:spPr bwMode="auto">
          <a:xfrm rot="10724">
            <a:off x="1446213" y="4875213"/>
            <a:ext cx="6683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3600" b="1" i="1">
                <a:latin typeface="Times New Roman" pitchFamily="18" charset="0"/>
              </a:rPr>
              <a:t>42</a:t>
            </a:r>
          </a:p>
        </p:txBody>
      </p:sp>
      <p:sp>
        <p:nvSpPr>
          <p:cNvPr id="7211" name="Text Box 42"/>
          <p:cNvSpPr txBox="1">
            <a:spLocks noChangeArrowheads="1"/>
          </p:cNvSpPr>
          <p:nvPr/>
        </p:nvSpPr>
        <p:spPr bwMode="auto">
          <a:xfrm rot="24911">
            <a:off x="2330450" y="4814888"/>
            <a:ext cx="838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Franklin Gothic Demi" pitchFamily="34" charset="0"/>
              </a:rPr>
              <a:t>43</a:t>
            </a:r>
          </a:p>
        </p:txBody>
      </p:sp>
      <p:sp>
        <p:nvSpPr>
          <p:cNvPr id="7212" name="Text Box 43"/>
          <p:cNvSpPr txBox="1">
            <a:spLocks noChangeArrowheads="1"/>
          </p:cNvSpPr>
          <p:nvPr/>
        </p:nvSpPr>
        <p:spPr bwMode="auto">
          <a:xfrm rot="46631">
            <a:off x="3143250" y="4784725"/>
            <a:ext cx="5270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Onyx" pitchFamily="82" charset="0"/>
              </a:rPr>
              <a:t>44</a:t>
            </a:r>
          </a:p>
        </p:txBody>
      </p:sp>
      <p:sp>
        <p:nvSpPr>
          <p:cNvPr id="7213" name="Text Box 44"/>
          <p:cNvSpPr txBox="1">
            <a:spLocks noChangeArrowheads="1"/>
          </p:cNvSpPr>
          <p:nvPr/>
        </p:nvSpPr>
        <p:spPr bwMode="auto">
          <a:xfrm rot="27469">
            <a:off x="3797300" y="4814888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45</a:t>
            </a:r>
          </a:p>
        </p:txBody>
      </p:sp>
      <p:sp>
        <p:nvSpPr>
          <p:cNvPr id="7214" name="Text Box 45"/>
          <p:cNvSpPr txBox="1">
            <a:spLocks noChangeArrowheads="1"/>
          </p:cNvSpPr>
          <p:nvPr/>
        </p:nvSpPr>
        <p:spPr bwMode="auto">
          <a:xfrm rot="53527">
            <a:off x="4786313" y="4967288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46</a:t>
            </a:r>
          </a:p>
        </p:txBody>
      </p:sp>
      <p:sp>
        <p:nvSpPr>
          <p:cNvPr id="7215" name="Text Box 46"/>
          <p:cNvSpPr txBox="1">
            <a:spLocks noChangeArrowheads="1"/>
          </p:cNvSpPr>
          <p:nvPr/>
        </p:nvSpPr>
        <p:spPr bwMode="auto">
          <a:xfrm>
            <a:off x="5541963" y="4738688"/>
            <a:ext cx="9334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5400">
                <a:latin typeface="Tahoma" pitchFamily="34" charset="0"/>
              </a:rPr>
              <a:t>47</a:t>
            </a:r>
          </a:p>
        </p:txBody>
      </p:sp>
      <p:sp>
        <p:nvSpPr>
          <p:cNvPr id="7216" name="Text Box 47"/>
          <p:cNvSpPr txBox="1">
            <a:spLocks noChangeArrowheads="1"/>
          </p:cNvSpPr>
          <p:nvPr/>
        </p:nvSpPr>
        <p:spPr bwMode="auto">
          <a:xfrm rot="42880">
            <a:off x="6510338" y="4845050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48</a:t>
            </a:r>
          </a:p>
        </p:txBody>
      </p:sp>
      <p:sp>
        <p:nvSpPr>
          <p:cNvPr id="7217" name="Text Box 48"/>
          <p:cNvSpPr txBox="1">
            <a:spLocks noChangeArrowheads="1"/>
          </p:cNvSpPr>
          <p:nvPr/>
        </p:nvSpPr>
        <p:spPr bwMode="auto">
          <a:xfrm rot="31261">
            <a:off x="7283450" y="4814888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49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7218" name="Text Box 49"/>
          <p:cNvSpPr txBox="1">
            <a:spLocks noChangeArrowheads="1"/>
          </p:cNvSpPr>
          <p:nvPr/>
        </p:nvSpPr>
        <p:spPr bwMode="auto">
          <a:xfrm>
            <a:off x="8312150" y="397827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40</a:t>
            </a:r>
          </a:p>
        </p:txBody>
      </p:sp>
      <p:sp>
        <p:nvSpPr>
          <p:cNvPr id="7219" name="Line 50"/>
          <p:cNvSpPr>
            <a:spLocks noChangeShapeType="1"/>
          </p:cNvSpPr>
          <p:nvPr/>
        </p:nvSpPr>
        <p:spPr bwMode="auto">
          <a:xfrm>
            <a:off x="1136650" y="1219200"/>
            <a:ext cx="0" cy="4500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0" name="Line 51"/>
          <p:cNvSpPr>
            <a:spLocks noChangeShapeType="1"/>
          </p:cNvSpPr>
          <p:nvPr/>
        </p:nvSpPr>
        <p:spPr bwMode="auto">
          <a:xfrm>
            <a:off x="2406650" y="1219200"/>
            <a:ext cx="0" cy="453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1" name="Line 52"/>
          <p:cNvSpPr>
            <a:spLocks noChangeShapeType="1"/>
          </p:cNvSpPr>
          <p:nvPr/>
        </p:nvSpPr>
        <p:spPr bwMode="auto">
          <a:xfrm>
            <a:off x="3092450" y="1219200"/>
            <a:ext cx="0" cy="4513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2" name="Line 53"/>
          <p:cNvSpPr>
            <a:spLocks noChangeShapeType="1"/>
          </p:cNvSpPr>
          <p:nvPr/>
        </p:nvSpPr>
        <p:spPr bwMode="auto">
          <a:xfrm>
            <a:off x="3795713" y="1219200"/>
            <a:ext cx="0" cy="448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3" name="Line 54"/>
          <p:cNvSpPr>
            <a:spLocks noChangeShapeType="1"/>
          </p:cNvSpPr>
          <p:nvPr/>
        </p:nvSpPr>
        <p:spPr bwMode="auto">
          <a:xfrm>
            <a:off x="5541963" y="1219200"/>
            <a:ext cx="0" cy="452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4" name="Line 55"/>
          <p:cNvSpPr>
            <a:spLocks noChangeShapeType="1"/>
          </p:cNvSpPr>
          <p:nvPr/>
        </p:nvSpPr>
        <p:spPr bwMode="auto">
          <a:xfrm>
            <a:off x="6445250" y="1219200"/>
            <a:ext cx="0" cy="452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5" name="Line 56"/>
          <p:cNvSpPr>
            <a:spLocks noChangeShapeType="1"/>
          </p:cNvSpPr>
          <p:nvPr/>
        </p:nvSpPr>
        <p:spPr bwMode="auto">
          <a:xfrm>
            <a:off x="7232650" y="12192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6" name="Line 57"/>
          <p:cNvSpPr>
            <a:spLocks noChangeShapeType="1"/>
          </p:cNvSpPr>
          <p:nvPr/>
        </p:nvSpPr>
        <p:spPr bwMode="auto">
          <a:xfrm>
            <a:off x="8045450" y="12192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7" name="Line 58"/>
          <p:cNvSpPr>
            <a:spLocks noChangeShapeType="1"/>
          </p:cNvSpPr>
          <p:nvPr/>
        </p:nvSpPr>
        <p:spPr bwMode="auto">
          <a:xfrm>
            <a:off x="4540250" y="1219200"/>
            <a:ext cx="0" cy="452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8" name="Line 59"/>
          <p:cNvSpPr>
            <a:spLocks noChangeShapeType="1"/>
          </p:cNvSpPr>
          <p:nvPr/>
        </p:nvSpPr>
        <p:spPr bwMode="auto">
          <a:xfrm>
            <a:off x="196850" y="2144713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9" name="Rectangle 60"/>
          <p:cNvSpPr>
            <a:spLocks noChangeArrowheads="1"/>
          </p:cNvSpPr>
          <p:nvPr/>
        </p:nvSpPr>
        <p:spPr bwMode="auto">
          <a:xfrm>
            <a:off x="196850" y="1219200"/>
            <a:ext cx="8794750" cy="4513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Line 61"/>
          <p:cNvSpPr>
            <a:spLocks noChangeShapeType="1"/>
          </p:cNvSpPr>
          <p:nvPr/>
        </p:nvSpPr>
        <p:spPr bwMode="auto">
          <a:xfrm>
            <a:off x="196850" y="2895600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Line 62"/>
          <p:cNvSpPr>
            <a:spLocks noChangeShapeType="1"/>
          </p:cNvSpPr>
          <p:nvPr/>
        </p:nvSpPr>
        <p:spPr bwMode="auto">
          <a:xfrm>
            <a:off x="196850" y="3641725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32" name="Line 63"/>
          <p:cNvSpPr>
            <a:spLocks noChangeShapeType="1"/>
          </p:cNvSpPr>
          <p:nvPr/>
        </p:nvSpPr>
        <p:spPr bwMode="auto">
          <a:xfrm>
            <a:off x="196850" y="4799013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44" name="Text Box 64"/>
          <p:cNvSpPr txBox="1">
            <a:spLocks noChangeArrowheads="1"/>
          </p:cNvSpPr>
          <p:nvPr/>
        </p:nvSpPr>
        <p:spPr bwMode="auto">
          <a:xfrm rot="15581">
            <a:off x="6481763" y="2193925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40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18</a:t>
            </a:r>
            <a:endParaRPr lang="en-US" sz="4800">
              <a:latin typeface="Paisley ICG 01 Alt" pitchFamily="2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DEFECT IDENTIFICATION</a:t>
            </a:r>
          </a:p>
        </p:txBody>
      </p:sp>
      <p:grpSp>
        <p:nvGrpSpPr>
          <p:cNvPr id="8198" name="Group 6"/>
          <p:cNvGrpSpPr>
            <a:grpSpLocks noChangeAspect="1"/>
          </p:cNvGrpSpPr>
          <p:nvPr/>
        </p:nvGrpSpPr>
        <p:grpSpPr bwMode="auto">
          <a:xfrm>
            <a:off x="909638" y="968375"/>
            <a:ext cx="7513637" cy="5637213"/>
            <a:chOff x="573" y="610"/>
            <a:chExt cx="4733" cy="3551"/>
          </a:xfrm>
        </p:grpSpPr>
        <p:sp>
          <p:nvSpPr>
            <p:cNvPr id="8197" name="AutoShape 5"/>
            <p:cNvSpPr>
              <a:spLocks noChangeAspect="1" noChangeArrowheads="1" noTextEdit="1"/>
            </p:cNvSpPr>
            <p:nvPr/>
          </p:nvSpPr>
          <p:spPr bwMode="auto">
            <a:xfrm>
              <a:off x="573" y="610"/>
              <a:ext cx="4605" cy="3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99" name="Rectangle 7"/>
            <p:cNvSpPr>
              <a:spLocks noChangeArrowheads="1"/>
            </p:cNvSpPr>
            <p:nvPr/>
          </p:nvSpPr>
          <p:spPr bwMode="auto">
            <a:xfrm rot="5760000">
              <a:off x="4663" y="3535"/>
              <a:ext cx="58" cy="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0" name="Rectangle 8"/>
            <p:cNvSpPr>
              <a:spLocks noChangeArrowheads="1"/>
            </p:cNvSpPr>
            <p:nvPr/>
          </p:nvSpPr>
          <p:spPr bwMode="auto">
            <a:xfrm rot="20460000">
              <a:off x="2771" y="3273"/>
              <a:ext cx="259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1" name="Rectangle 9"/>
            <p:cNvSpPr>
              <a:spLocks noChangeArrowheads="1"/>
            </p:cNvSpPr>
            <p:nvPr/>
          </p:nvSpPr>
          <p:spPr bwMode="auto">
            <a:xfrm rot="7440000">
              <a:off x="1139" y="3224"/>
              <a:ext cx="10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 rot="11880000">
              <a:off x="4512" y="2140"/>
              <a:ext cx="209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3" name="Rectangle 11"/>
            <p:cNvSpPr>
              <a:spLocks noChangeArrowheads="1"/>
            </p:cNvSpPr>
            <p:nvPr/>
          </p:nvSpPr>
          <p:spPr bwMode="auto">
            <a:xfrm rot="540000">
              <a:off x="3185" y="2005"/>
              <a:ext cx="10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4" name="Rectangle 12"/>
            <p:cNvSpPr>
              <a:spLocks noChangeArrowheads="1"/>
            </p:cNvSpPr>
            <p:nvPr/>
          </p:nvSpPr>
          <p:spPr bwMode="auto">
            <a:xfrm rot="4800000">
              <a:off x="789" y="2282"/>
              <a:ext cx="16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bertus" pitchFamily="34" charset="0"/>
                </a:rPr>
                <a:t>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5" name="Rectangle 13"/>
            <p:cNvSpPr>
              <a:spLocks noChangeArrowheads="1"/>
            </p:cNvSpPr>
            <p:nvPr/>
          </p:nvSpPr>
          <p:spPr bwMode="auto">
            <a:xfrm rot="10560000">
              <a:off x="4707" y="746"/>
              <a:ext cx="237" cy="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gerian" pitchFamily="82" charset="0"/>
                </a:rPr>
                <a:t>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6" name="Rectangle 14"/>
            <p:cNvSpPr>
              <a:spLocks noChangeArrowheads="1"/>
            </p:cNvSpPr>
            <p:nvPr/>
          </p:nvSpPr>
          <p:spPr bwMode="auto">
            <a:xfrm rot="16440000">
              <a:off x="2740" y="1048"/>
              <a:ext cx="184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7" name="Rectangle 15"/>
            <p:cNvSpPr>
              <a:spLocks noChangeArrowheads="1"/>
            </p:cNvSpPr>
            <p:nvPr/>
          </p:nvSpPr>
          <p:spPr bwMode="auto">
            <a:xfrm rot="3120000">
              <a:off x="911" y="853"/>
              <a:ext cx="10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8" name="Rectangle 16"/>
            <p:cNvSpPr>
              <a:spLocks noChangeArrowheads="1"/>
            </p:cNvSpPr>
            <p:nvPr/>
          </p:nvSpPr>
          <p:spPr bwMode="auto">
            <a:xfrm>
              <a:off x="4822" y="2850"/>
              <a:ext cx="325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09" name="Rectangle 17"/>
            <p:cNvSpPr>
              <a:spLocks noChangeArrowheads="1"/>
            </p:cNvSpPr>
            <p:nvPr/>
          </p:nvSpPr>
          <p:spPr bwMode="auto">
            <a:xfrm rot="3720000">
              <a:off x="3111" y="3004"/>
              <a:ext cx="293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0" name="Rectangle 18"/>
            <p:cNvSpPr>
              <a:spLocks noChangeArrowheads="1"/>
            </p:cNvSpPr>
            <p:nvPr/>
          </p:nvSpPr>
          <p:spPr bwMode="auto">
            <a:xfrm rot="10260000">
              <a:off x="929" y="2821"/>
              <a:ext cx="16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1" name="Rectangle 19"/>
            <p:cNvSpPr>
              <a:spLocks noChangeArrowheads="1"/>
            </p:cNvSpPr>
            <p:nvPr/>
          </p:nvSpPr>
          <p:spPr bwMode="auto">
            <a:xfrm>
              <a:off x="4420" y="2438"/>
              <a:ext cx="14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2" name="Rectangle 20"/>
            <p:cNvSpPr>
              <a:spLocks noChangeArrowheads="1"/>
            </p:cNvSpPr>
            <p:nvPr/>
          </p:nvSpPr>
          <p:spPr bwMode="auto">
            <a:xfrm rot="1020000">
              <a:off x="2661" y="2105"/>
              <a:ext cx="191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trider" pitchFamily="18" charset="0"/>
                </a:rPr>
                <a:t>14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3" name="Rectangle 21"/>
            <p:cNvSpPr>
              <a:spLocks noChangeArrowheads="1"/>
            </p:cNvSpPr>
            <p:nvPr/>
          </p:nvSpPr>
          <p:spPr bwMode="auto">
            <a:xfrm rot="4440000">
              <a:off x="1264" y="1949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4" name="Rectangle 22"/>
            <p:cNvSpPr>
              <a:spLocks noChangeArrowheads="1"/>
            </p:cNvSpPr>
            <p:nvPr/>
          </p:nvSpPr>
          <p:spPr bwMode="auto">
            <a:xfrm rot="19800000">
              <a:off x="3779" y="1326"/>
              <a:ext cx="668" cy="6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Rockwell" pitchFamily="18" charset="0"/>
                </a:rPr>
                <a:t>16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5" name="Rectangle 23"/>
            <p:cNvSpPr>
              <a:spLocks noChangeArrowheads="1"/>
            </p:cNvSpPr>
            <p:nvPr/>
          </p:nvSpPr>
          <p:spPr bwMode="auto">
            <a:xfrm rot="2040000">
              <a:off x="2284" y="726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6" name="Rectangle 24"/>
            <p:cNvSpPr>
              <a:spLocks noChangeArrowheads="1"/>
            </p:cNvSpPr>
            <p:nvPr/>
          </p:nvSpPr>
          <p:spPr bwMode="auto">
            <a:xfrm rot="10740000">
              <a:off x="4186" y="3366"/>
              <a:ext cx="293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19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7" name="Rectangle 25"/>
            <p:cNvSpPr>
              <a:spLocks noChangeArrowheads="1"/>
            </p:cNvSpPr>
            <p:nvPr/>
          </p:nvSpPr>
          <p:spPr bwMode="auto">
            <a:xfrm rot="12840000">
              <a:off x="2861" y="3168"/>
              <a:ext cx="494" cy="4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8" name="Rectangle 26"/>
            <p:cNvSpPr>
              <a:spLocks noChangeArrowheads="1"/>
            </p:cNvSpPr>
            <p:nvPr/>
          </p:nvSpPr>
          <p:spPr bwMode="auto">
            <a:xfrm rot="4260000">
              <a:off x="830" y="3558"/>
              <a:ext cx="437" cy="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19" name="Rectangle 27"/>
            <p:cNvSpPr>
              <a:spLocks noChangeArrowheads="1"/>
            </p:cNvSpPr>
            <p:nvPr/>
          </p:nvSpPr>
          <p:spPr bwMode="auto">
            <a:xfrm rot="6960000">
              <a:off x="4043" y="2050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0" name="Rectangle 28"/>
            <p:cNvSpPr>
              <a:spLocks noChangeArrowheads="1"/>
            </p:cNvSpPr>
            <p:nvPr/>
          </p:nvSpPr>
          <p:spPr bwMode="auto">
            <a:xfrm>
              <a:off x="2993" y="1642"/>
              <a:ext cx="293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1" name="Rectangle 29"/>
            <p:cNvSpPr>
              <a:spLocks noChangeArrowheads="1"/>
            </p:cNvSpPr>
            <p:nvPr/>
          </p:nvSpPr>
          <p:spPr bwMode="auto">
            <a:xfrm rot="1860000">
              <a:off x="932" y="2151"/>
              <a:ext cx="404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2" name="Rectangle 30"/>
            <p:cNvSpPr>
              <a:spLocks noChangeArrowheads="1"/>
            </p:cNvSpPr>
            <p:nvPr/>
          </p:nvSpPr>
          <p:spPr bwMode="auto">
            <a:xfrm rot="4260000">
              <a:off x="3902" y="961"/>
              <a:ext cx="404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3" name="Rectangle 31"/>
            <p:cNvSpPr>
              <a:spLocks noChangeArrowheads="1"/>
            </p:cNvSpPr>
            <p:nvPr/>
          </p:nvSpPr>
          <p:spPr bwMode="auto">
            <a:xfrm rot="16920000">
              <a:off x="3294" y="1233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4" name="Rectangle 32"/>
            <p:cNvSpPr>
              <a:spLocks noChangeArrowheads="1"/>
            </p:cNvSpPr>
            <p:nvPr/>
          </p:nvSpPr>
          <p:spPr bwMode="auto">
            <a:xfrm rot="5400000">
              <a:off x="1288" y="1255"/>
              <a:ext cx="404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5" name="Rectangle 33"/>
            <p:cNvSpPr>
              <a:spLocks noChangeArrowheads="1"/>
            </p:cNvSpPr>
            <p:nvPr/>
          </p:nvSpPr>
          <p:spPr bwMode="auto">
            <a:xfrm rot="18540000">
              <a:off x="3924" y="2901"/>
              <a:ext cx="411" cy="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6" name="Rectangle 34"/>
            <p:cNvSpPr>
              <a:spLocks noChangeArrowheads="1"/>
            </p:cNvSpPr>
            <p:nvPr/>
          </p:nvSpPr>
          <p:spPr bwMode="auto">
            <a:xfrm rot="2460000">
              <a:off x="2431" y="3246"/>
              <a:ext cx="22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29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7" name="Rectangle 35"/>
            <p:cNvSpPr>
              <a:spLocks noChangeArrowheads="1"/>
            </p:cNvSpPr>
            <p:nvPr/>
          </p:nvSpPr>
          <p:spPr bwMode="auto">
            <a:xfrm>
              <a:off x="635" y="2886"/>
              <a:ext cx="325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8" name="Rectangle 36"/>
            <p:cNvSpPr>
              <a:spLocks noChangeArrowheads="1"/>
            </p:cNvSpPr>
            <p:nvPr/>
          </p:nvSpPr>
          <p:spPr bwMode="auto">
            <a:xfrm rot="1800000">
              <a:off x="4546" y="1824"/>
              <a:ext cx="550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29" name="Rectangle 37"/>
            <p:cNvSpPr>
              <a:spLocks noChangeArrowheads="1"/>
            </p:cNvSpPr>
            <p:nvPr/>
          </p:nvSpPr>
          <p:spPr bwMode="auto">
            <a:xfrm rot="3360000">
              <a:off x="2169" y="2453"/>
              <a:ext cx="650" cy="6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32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0" name="Rectangle 38"/>
            <p:cNvSpPr>
              <a:spLocks noChangeArrowheads="1"/>
            </p:cNvSpPr>
            <p:nvPr/>
          </p:nvSpPr>
          <p:spPr bwMode="auto">
            <a:xfrm rot="9420000">
              <a:off x="1372" y="2538"/>
              <a:ext cx="437" cy="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1" name="Rectangle 39"/>
            <p:cNvSpPr>
              <a:spLocks noChangeArrowheads="1"/>
            </p:cNvSpPr>
            <p:nvPr/>
          </p:nvSpPr>
          <p:spPr bwMode="auto">
            <a:xfrm rot="4800000">
              <a:off x="4451" y="889"/>
              <a:ext cx="325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2" name="Rectangle 40"/>
            <p:cNvSpPr>
              <a:spLocks noChangeArrowheads="1"/>
            </p:cNvSpPr>
            <p:nvPr/>
          </p:nvSpPr>
          <p:spPr bwMode="auto">
            <a:xfrm rot="16560000">
              <a:off x="2999" y="648"/>
              <a:ext cx="16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3" name="Rectangle 41"/>
            <p:cNvSpPr>
              <a:spLocks noChangeArrowheads="1"/>
            </p:cNvSpPr>
            <p:nvPr/>
          </p:nvSpPr>
          <p:spPr bwMode="auto">
            <a:xfrm rot="5280000">
              <a:off x="1326" y="783"/>
              <a:ext cx="437" cy="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4" name="Rectangle 42"/>
            <p:cNvSpPr>
              <a:spLocks noChangeArrowheads="1"/>
            </p:cNvSpPr>
            <p:nvPr/>
          </p:nvSpPr>
          <p:spPr bwMode="auto">
            <a:xfrm rot="3780000">
              <a:off x="3915" y="3482"/>
              <a:ext cx="405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5" name="Rectangle 43"/>
            <p:cNvSpPr>
              <a:spLocks noChangeArrowheads="1"/>
            </p:cNvSpPr>
            <p:nvPr/>
          </p:nvSpPr>
          <p:spPr bwMode="auto">
            <a:xfrm rot="2040000">
              <a:off x="2106" y="3502"/>
              <a:ext cx="24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ld English" pitchFamily="2" charset="0"/>
                </a:rPr>
                <a:t>38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6" name="Rectangle 44"/>
            <p:cNvSpPr>
              <a:spLocks noChangeArrowheads="1"/>
            </p:cNvSpPr>
            <p:nvPr/>
          </p:nvSpPr>
          <p:spPr bwMode="auto">
            <a:xfrm rot="9000000">
              <a:off x="1376" y="3348"/>
              <a:ext cx="293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39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7" name="Rectangle 45"/>
            <p:cNvSpPr>
              <a:spLocks noChangeArrowheads="1"/>
            </p:cNvSpPr>
            <p:nvPr/>
          </p:nvSpPr>
          <p:spPr bwMode="auto">
            <a:xfrm rot="21180000">
              <a:off x="3224" y="2337"/>
              <a:ext cx="721" cy="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41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8" name="Rectangle 46"/>
            <p:cNvSpPr>
              <a:spLocks noChangeArrowheads="1"/>
            </p:cNvSpPr>
            <p:nvPr/>
          </p:nvSpPr>
          <p:spPr bwMode="auto">
            <a:xfrm rot="2220000">
              <a:off x="4154" y="703"/>
              <a:ext cx="464" cy="4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Franklin Gothic Demi" pitchFamily="34" charset="0"/>
                </a:rPr>
                <a:t>43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39" name="Rectangle 47"/>
            <p:cNvSpPr>
              <a:spLocks noChangeArrowheads="1"/>
            </p:cNvSpPr>
            <p:nvPr/>
          </p:nvSpPr>
          <p:spPr bwMode="auto">
            <a:xfrm rot="1560000">
              <a:off x="2174" y="1391"/>
              <a:ext cx="25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Onyx" pitchFamily="82" charset="0"/>
                </a:rPr>
                <a:t>44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0" name="Rectangle 48"/>
            <p:cNvSpPr>
              <a:spLocks noChangeArrowheads="1"/>
            </p:cNvSpPr>
            <p:nvPr/>
          </p:nvSpPr>
          <p:spPr bwMode="auto">
            <a:xfrm rot="19920000">
              <a:off x="630" y="631"/>
              <a:ext cx="404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45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1" name="Rectangle 49"/>
            <p:cNvSpPr>
              <a:spLocks noChangeArrowheads="1"/>
            </p:cNvSpPr>
            <p:nvPr/>
          </p:nvSpPr>
          <p:spPr bwMode="auto">
            <a:xfrm rot="16920000">
              <a:off x="4496" y="1190"/>
              <a:ext cx="191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63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2" name="Rectangle 50"/>
            <p:cNvSpPr>
              <a:spLocks noChangeArrowheads="1"/>
            </p:cNvSpPr>
            <p:nvPr/>
          </p:nvSpPr>
          <p:spPr bwMode="auto">
            <a:xfrm>
              <a:off x="3871" y="2260"/>
              <a:ext cx="22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40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3" name="Rectangle 51"/>
            <p:cNvSpPr>
              <a:spLocks noChangeArrowheads="1"/>
            </p:cNvSpPr>
            <p:nvPr/>
          </p:nvSpPr>
          <p:spPr bwMode="auto">
            <a:xfrm>
              <a:off x="3652" y="3355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A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4" name="Rectangle 52"/>
            <p:cNvSpPr>
              <a:spLocks noChangeArrowheads="1"/>
            </p:cNvSpPr>
            <p:nvPr/>
          </p:nvSpPr>
          <p:spPr bwMode="auto">
            <a:xfrm rot="4740000">
              <a:off x="2803" y="3085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B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5" name="Rectangle 53"/>
            <p:cNvSpPr>
              <a:spLocks noChangeArrowheads="1"/>
            </p:cNvSpPr>
            <p:nvPr/>
          </p:nvSpPr>
          <p:spPr bwMode="auto">
            <a:xfrm rot="17760000">
              <a:off x="1409" y="3130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C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6" name="Rectangle 54"/>
            <p:cNvSpPr>
              <a:spLocks noChangeArrowheads="1"/>
            </p:cNvSpPr>
            <p:nvPr/>
          </p:nvSpPr>
          <p:spPr bwMode="auto">
            <a:xfrm rot="10560000">
              <a:off x="4369" y="1796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D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7" name="Rectangle 55"/>
            <p:cNvSpPr>
              <a:spLocks noChangeArrowheads="1"/>
            </p:cNvSpPr>
            <p:nvPr/>
          </p:nvSpPr>
          <p:spPr bwMode="auto">
            <a:xfrm rot="17760000">
              <a:off x="2664" y="1725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E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8" name="Rectangle 56"/>
            <p:cNvSpPr>
              <a:spLocks noChangeArrowheads="1"/>
            </p:cNvSpPr>
            <p:nvPr/>
          </p:nvSpPr>
          <p:spPr bwMode="auto">
            <a:xfrm rot="2280000">
              <a:off x="1003" y="1788"/>
              <a:ext cx="218" cy="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F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49" name="Rectangle 57"/>
            <p:cNvSpPr>
              <a:spLocks noChangeArrowheads="1"/>
            </p:cNvSpPr>
            <p:nvPr/>
          </p:nvSpPr>
          <p:spPr bwMode="auto">
            <a:xfrm rot="7140000">
              <a:off x="3578" y="762"/>
              <a:ext cx="208" cy="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g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0" name="Rectangle 58"/>
            <p:cNvSpPr>
              <a:spLocks noChangeArrowheads="1"/>
            </p:cNvSpPr>
            <p:nvPr/>
          </p:nvSpPr>
          <p:spPr bwMode="auto">
            <a:xfrm rot="11280000">
              <a:off x="2469" y="1212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H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1" name="Rectangle 59"/>
            <p:cNvSpPr>
              <a:spLocks noChangeArrowheads="1"/>
            </p:cNvSpPr>
            <p:nvPr/>
          </p:nvSpPr>
          <p:spPr bwMode="auto">
            <a:xfrm>
              <a:off x="1202" y="1089"/>
              <a:ext cx="139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i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2" name="Rectangle 60"/>
            <p:cNvSpPr>
              <a:spLocks noChangeArrowheads="1"/>
            </p:cNvSpPr>
            <p:nvPr/>
          </p:nvSpPr>
          <p:spPr bwMode="auto">
            <a:xfrm rot="1140000">
              <a:off x="4345" y="2708"/>
              <a:ext cx="21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J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3" name="Rectangle 61"/>
            <p:cNvSpPr>
              <a:spLocks noChangeArrowheads="1"/>
            </p:cNvSpPr>
            <p:nvPr/>
          </p:nvSpPr>
          <p:spPr bwMode="auto">
            <a:xfrm rot="18960000">
              <a:off x="2818" y="2832"/>
              <a:ext cx="133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K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4" name="Rectangle 62"/>
            <p:cNvSpPr>
              <a:spLocks noChangeArrowheads="1"/>
            </p:cNvSpPr>
            <p:nvPr/>
          </p:nvSpPr>
          <p:spPr bwMode="auto">
            <a:xfrm>
              <a:off x="1165" y="2924"/>
              <a:ext cx="231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L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5" name="Rectangle 63"/>
            <p:cNvSpPr>
              <a:spLocks noChangeArrowheads="1"/>
            </p:cNvSpPr>
            <p:nvPr/>
          </p:nvSpPr>
          <p:spPr bwMode="auto">
            <a:xfrm rot="7860000">
              <a:off x="3654" y="1948"/>
              <a:ext cx="23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M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6" name="Rectangle 64"/>
            <p:cNvSpPr>
              <a:spLocks noChangeArrowheads="1"/>
            </p:cNvSpPr>
            <p:nvPr/>
          </p:nvSpPr>
          <p:spPr bwMode="auto">
            <a:xfrm rot="13980000">
              <a:off x="2437" y="1902"/>
              <a:ext cx="139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N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7" name="Rectangle 65"/>
            <p:cNvSpPr>
              <a:spLocks noChangeArrowheads="1"/>
            </p:cNvSpPr>
            <p:nvPr/>
          </p:nvSpPr>
          <p:spPr bwMode="auto">
            <a:xfrm rot="3180000">
              <a:off x="1469" y="1772"/>
              <a:ext cx="282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O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8" name="Rectangle 66"/>
            <p:cNvSpPr>
              <a:spLocks noChangeArrowheads="1"/>
            </p:cNvSpPr>
            <p:nvPr/>
          </p:nvSpPr>
          <p:spPr bwMode="auto">
            <a:xfrm rot="8160000">
              <a:off x="4729" y="3263"/>
              <a:ext cx="224" cy="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46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59" name="Rectangle 67"/>
            <p:cNvSpPr>
              <a:spLocks noChangeArrowheads="1"/>
            </p:cNvSpPr>
            <p:nvPr/>
          </p:nvSpPr>
          <p:spPr bwMode="auto">
            <a:xfrm rot="15360000">
              <a:off x="2258" y="3489"/>
              <a:ext cx="540" cy="4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ahoma" pitchFamily="34" charset="0"/>
                </a:rPr>
                <a:t>47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0" name="Rectangle 68"/>
            <p:cNvSpPr>
              <a:spLocks noChangeArrowheads="1"/>
            </p:cNvSpPr>
            <p:nvPr/>
          </p:nvSpPr>
          <p:spPr bwMode="auto">
            <a:xfrm rot="2880000">
              <a:off x="1252" y="2612"/>
              <a:ext cx="371" cy="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48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1" name="Rectangle 69"/>
            <p:cNvSpPr>
              <a:spLocks noChangeArrowheads="1"/>
            </p:cNvSpPr>
            <p:nvPr/>
          </p:nvSpPr>
          <p:spPr bwMode="auto">
            <a:xfrm rot="12780000">
              <a:off x="4715" y="2257"/>
              <a:ext cx="404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</a:rPr>
                <a:t>49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2" name="Rectangle 70"/>
            <p:cNvSpPr>
              <a:spLocks noChangeArrowheads="1"/>
            </p:cNvSpPr>
            <p:nvPr/>
          </p:nvSpPr>
          <p:spPr bwMode="auto">
            <a:xfrm>
              <a:off x="2080" y="1016"/>
              <a:ext cx="16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p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3" name="Rectangle 71"/>
            <p:cNvSpPr>
              <a:spLocks noChangeArrowheads="1"/>
            </p:cNvSpPr>
            <p:nvPr/>
          </p:nvSpPr>
          <p:spPr bwMode="auto">
            <a:xfrm>
              <a:off x="635" y="2111"/>
              <a:ext cx="120" cy="1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q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4" name="Rectangle 72"/>
            <p:cNvSpPr>
              <a:spLocks noChangeArrowheads="1"/>
            </p:cNvSpPr>
            <p:nvPr/>
          </p:nvSpPr>
          <p:spPr bwMode="auto">
            <a:xfrm rot="2040000">
              <a:off x="2845" y="2522"/>
              <a:ext cx="214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R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5" name="Rectangle 73"/>
            <p:cNvSpPr>
              <a:spLocks noChangeArrowheads="1"/>
            </p:cNvSpPr>
            <p:nvPr/>
          </p:nvSpPr>
          <p:spPr bwMode="auto">
            <a:xfrm>
              <a:off x="1787" y="3004"/>
              <a:ext cx="346" cy="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S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6" name="Rectangle 74"/>
            <p:cNvSpPr>
              <a:spLocks noChangeArrowheads="1"/>
            </p:cNvSpPr>
            <p:nvPr/>
          </p:nvSpPr>
          <p:spPr bwMode="auto">
            <a:xfrm>
              <a:off x="1934" y="1937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T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7" name="Rectangle 75"/>
            <p:cNvSpPr>
              <a:spLocks noChangeArrowheads="1"/>
            </p:cNvSpPr>
            <p:nvPr/>
          </p:nvSpPr>
          <p:spPr bwMode="auto">
            <a:xfrm rot="21120000">
              <a:off x="1458" y="3662"/>
              <a:ext cx="352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u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8" name="Rectangle 76"/>
            <p:cNvSpPr>
              <a:spLocks noChangeArrowheads="1"/>
            </p:cNvSpPr>
            <p:nvPr/>
          </p:nvSpPr>
          <p:spPr bwMode="auto">
            <a:xfrm rot="1260000">
              <a:off x="3471" y="3509"/>
              <a:ext cx="515" cy="6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V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69" name="Rectangle 77"/>
            <p:cNvSpPr>
              <a:spLocks noChangeArrowheads="1"/>
            </p:cNvSpPr>
            <p:nvPr/>
          </p:nvSpPr>
          <p:spPr bwMode="auto">
            <a:xfrm rot="18120000">
              <a:off x="2094" y="1920"/>
              <a:ext cx="457" cy="5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w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0" name="Rectangle 78"/>
            <p:cNvSpPr>
              <a:spLocks noChangeArrowheads="1"/>
            </p:cNvSpPr>
            <p:nvPr/>
          </p:nvSpPr>
          <p:spPr bwMode="auto">
            <a:xfrm rot="3000000">
              <a:off x="1712" y="1448"/>
              <a:ext cx="408" cy="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x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1" name="Rectangle 79"/>
            <p:cNvSpPr>
              <a:spLocks noChangeArrowheads="1"/>
            </p:cNvSpPr>
            <p:nvPr/>
          </p:nvSpPr>
          <p:spPr bwMode="auto">
            <a:xfrm rot="10800000">
              <a:off x="2678" y="1169"/>
              <a:ext cx="479" cy="5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itchFamily="34" charset="0"/>
                </a:rPr>
                <a:t>Y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2" name="Rectangle 80"/>
            <p:cNvSpPr>
              <a:spLocks noChangeArrowheads="1"/>
            </p:cNvSpPr>
            <p:nvPr/>
          </p:nvSpPr>
          <p:spPr bwMode="auto">
            <a:xfrm>
              <a:off x="3140" y="867"/>
              <a:ext cx="614" cy="6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lgerian" pitchFamily="82" charset="0"/>
                </a:rPr>
                <a:t>z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3" name="Rectangle 81"/>
            <p:cNvSpPr>
              <a:spLocks noChangeArrowheads="1"/>
            </p:cNvSpPr>
            <p:nvPr/>
          </p:nvSpPr>
          <p:spPr bwMode="auto">
            <a:xfrm>
              <a:off x="910" y="3082"/>
              <a:ext cx="482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a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4" name="Rectangle 82"/>
            <p:cNvSpPr>
              <a:spLocks noChangeArrowheads="1"/>
            </p:cNvSpPr>
            <p:nvPr/>
          </p:nvSpPr>
          <p:spPr bwMode="auto">
            <a:xfrm>
              <a:off x="4640" y="3445"/>
              <a:ext cx="534" cy="6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b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5" name="Rectangle 83"/>
            <p:cNvSpPr>
              <a:spLocks noChangeArrowheads="1"/>
            </p:cNvSpPr>
            <p:nvPr/>
          </p:nvSpPr>
          <p:spPr bwMode="auto">
            <a:xfrm>
              <a:off x="635" y="1583"/>
              <a:ext cx="405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c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6" name="Rectangle 84"/>
            <p:cNvSpPr>
              <a:spLocks noChangeArrowheads="1"/>
            </p:cNvSpPr>
            <p:nvPr/>
          </p:nvSpPr>
          <p:spPr bwMode="auto">
            <a:xfrm>
              <a:off x="2921" y="1873"/>
              <a:ext cx="569" cy="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d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7" name="Rectangle 85"/>
            <p:cNvSpPr>
              <a:spLocks noChangeArrowheads="1"/>
            </p:cNvSpPr>
            <p:nvPr/>
          </p:nvSpPr>
          <p:spPr bwMode="auto">
            <a:xfrm>
              <a:off x="1751" y="3557"/>
              <a:ext cx="439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f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8" name="Rectangle 86"/>
            <p:cNvSpPr>
              <a:spLocks noChangeArrowheads="1"/>
            </p:cNvSpPr>
            <p:nvPr/>
          </p:nvSpPr>
          <p:spPr bwMode="auto">
            <a:xfrm>
              <a:off x="2116" y="2870"/>
              <a:ext cx="235" cy="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g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79" name="Rectangle 87"/>
            <p:cNvSpPr>
              <a:spLocks noChangeArrowheads="1"/>
            </p:cNvSpPr>
            <p:nvPr/>
          </p:nvSpPr>
          <p:spPr bwMode="auto">
            <a:xfrm>
              <a:off x="2921" y="3409"/>
              <a:ext cx="484" cy="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65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i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0" name="Rectangle 88"/>
            <p:cNvSpPr>
              <a:spLocks noChangeArrowheads="1"/>
            </p:cNvSpPr>
            <p:nvPr/>
          </p:nvSpPr>
          <p:spPr bwMode="auto">
            <a:xfrm>
              <a:off x="3945" y="2460"/>
              <a:ext cx="424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j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1" name="Rectangle 89"/>
            <p:cNvSpPr>
              <a:spLocks noChangeArrowheads="1"/>
            </p:cNvSpPr>
            <p:nvPr/>
          </p:nvSpPr>
          <p:spPr bwMode="auto">
            <a:xfrm>
              <a:off x="1896" y="958"/>
              <a:ext cx="651" cy="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7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k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2" name="Rectangle 90"/>
            <p:cNvSpPr>
              <a:spLocks noChangeArrowheads="1"/>
            </p:cNvSpPr>
            <p:nvPr/>
          </p:nvSpPr>
          <p:spPr bwMode="auto">
            <a:xfrm>
              <a:off x="4640" y="1474"/>
              <a:ext cx="405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l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3" name="Rectangle 91"/>
            <p:cNvSpPr>
              <a:spLocks noChangeArrowheads="1"/>
            </p:cNvSpPr>
            <p:nvPr/>
          </p:nvSpPr>
          <p:spPr bwMode="auto">
            <a:xfrm>
              <a:off x="1751" y="3229"/>
              <a:ext cx="414" cy="5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m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4" name="Rectangle 92"/>
            <p:cNvSpPr>
              <a:spLocks noChangeArrowheads="1"/>
            </p:cNvSpPr>
            <p:nvPr/>
          </p:nvSpPr>
          <p:spPr bwMode="auto">
            <a:xfrm>
              <a:off x="4017" y="3743"/>
              <a:ext cx="297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n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5" name="Rectangle 93"/>
            <p:cNvSpPr>
              <a:spLocks noChangeArrowheads="1"/>
            </p:cNvSpPr>
            <p:nvPr/>
          </p:nvSpPr>
          <p:spPr bwMode="auto">
            <a:xfrm>
              <a:off x="3395" y="2060"/>
              <a:ext cx="328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p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6" name="Rectangle 94"/>
            <p:cNvSpPr>
              <a:spLocks noChangeArrowheads="1"/>
            </p:cNvSpPr>
            <p:nvPr/>
          </p:nvSpPr>
          <p:spPr bwMode="auto">
            <a:xfrm>
              <a:off x="763" y="2496"/>
              <a:ext cx="439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q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7" name="Rectangle 95"/>
            <p:cNvSpPr>
              <a:spLocks noChangeArrowheads="1"/>
            </p:cNvSpPr>
            <p:nvPr/>
          </p:nvSpPr>
          <p:spPr bwMode="auto">
            <a:xfrm>
              <a:off x="3470" y="1587"/>
              <a:ext cx="267" cy="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r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8" name="Rectangle 96"/>
            <p:cNvSpPr>
              <a:spLocks noChangeArrowheads="1"/>
            </p:cNvSpPr>
            <p:nvPr/>
          </p:nvSpPr>
          <p:spPr bwMode="auto">
            <a:xfrm>
              <a:off x="690" y="3743"/>
              <a:ext cx="280" cy="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9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s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89" name="Rectangle 97"/>
            <p:cNvSpPr>
              <a:spLocks noChangeArrowheads="1"/>
            </p:cNvSpPr>
            <p:nvPr/>
          </p:nvSpPr>
          <p:spPr bwMode="auto">
            <a:xfrm>
              <a:off x="3579" y="3012"/>
              <a:ext cx="347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v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90" name="Rectangle 98"/>
            <p:cNvSpPr>
              <a:spLocks noChangeArrowheads="1"/>
            </p:cNvSpPr>
            <p:nvPr/>
          </p:nvSpPr>
          <p:spPr bwMode="auto">
            <a:xfrm>
              <a:off x="1201" y="1438"/>
              <a:ext cx="36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w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91" name="Rectangle 99"/>
            <p:cNvSpPr>
              <a:spLocks noChangeArrowheads="1"/>
            </p:cNvSpPr>
            <p:nvPr/>
          </p:nvSpPr>
          <p:spPr bwMode="auto">
            <a:xfrm>
              <a:off x="1896" y="2570"/>
              <a:ext cx="428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z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92" name="Rectangle 100"/>
            <p:cNvSpPr>
              <a:spLocks noChangeArrowheads="1"/>
            </p:cNvSpPr>
            <p:nvPr/>
          </p:nvSpPr>
          <p:spPr bwMode="auto">
            <a:xfrm>
              <a:off x="4750" y="1071"/>
              <a:ext cx="556" cy="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5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y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8293" name="Rectangle 101"/>
            <p:cNvSpPr>
              <a:spLocks noChangeArrowheads="1"/>
            </p:cNvSpPr>
            <p:nvPr/>
          </p:nvSpPr>
          <p:spPr bwMode="auto">
            <a:xfrm>
              <a:off x="1824" y="778"/>
              <a:ext cx="428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Symbol" pitchFamily="18" charset="2"/>
                </a:rPr>
                <a:t>x</a:t>
              </a: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113" name="Freeform 112"/>
          <p:cNvSpPr>
            <a:spLocks/>
          </p:cNvSpPr>
          <p:nvPr/>
        </p:nvSpPr>
        <p:spPr bwMode="auto">
          <a:xfrm>
            <a:off x="1803401" y="3295652"/>
            <a:ext cx="2533650" cy="2195513"/>
          </a:xfrm>
          <a:custGeom>
            <a:avLst/>
            <a:gdLst/>
            <a:ahLst/>
            <a:cxnLst>
              <a:cxn ang="0">
                <a:pos x="737" y="2"/>
              </a:cxn>
              <a:cxn ang="0">
                <a:pos x="657" y="10"/>
              </a:cxn>
              <a:cxn ang="0">
                <a:pos x="579" y="27"/>
              </a:cxn>
              <a:cxn ang="0">
                <a:pos x="505" y="48"/>
              </a:cxn>
              <a:cxn ang="0">
                <a:pos x="435" y="75"/>
              </a:cxn>
              <a:cxn ang="0">
                <a:pos x="368" y="109"/>
              </a:cxn>
              <a:cxn ang="0">
                <a:pos x="290" y="158"/>
              </a:cxn>
              <a:cxn ang="0">
                <a:pos x="220" y="214"/>
              </a:cxn>
              <a:cxn ang="0">
                <a:pos x="170" y="264"/>
              </a:cxn>
              <a:cxn ang="0">
                <a:pos x="125" y="318"/>
              </a:cxn>
              <a:cxn ang="0">
                <a:pos x="87" y="377"/>
              </a:cxn>
              <a:cxn ang="0">
                <a:pos x="55" y="438"/>
              </a:cxn>
              <a:cxn ang="0">
                <a:pos x="30" y="502"/>
              </a:cxn>
              <a:cxn ang="0">
                <a:pos x="12" y="570"/>
              </a:cxn>
              <a:cxn ang="0">
                <a:pos x="2" y="638"/>
              </a:cxn>
              <a:cxn ang="0">
                <a:pos x="0" y="710"/>
              </a:cxn>
              <a:cxn ang="0">
                <a:pos x="6" y="780"/>
              </a:cxn>
              <a:cxn ang="0">
                <a:pos x="20" y="847"/>
              </a:cxn>
              <a:cxn ang="0">
                <a:pos x="42" y="913"/>
              </a:cxn>
              <a:cxn ang="0">
                <a:pos x="70" y="976"/>
              </a:cxn>
              <a:cxn ang="0">
                <a:pos x="106" y="1036"/>
              </a:cxn>
              <a:cxn ang="0">
                <a:pos x="148" y="1092"/>
              </a:cxn>
              <a:cxn ang="0">
                <a:pos x="195" y="1144"/>
              </a:cxn>
              <a:cxn ang="0">
                <a:pos x="248" y="1192"/>
              </a:cxn>
              <a:cxn ang="0">
                <a:pos x="336" y="1255"/>
              </a:cxn>
              <a:cxn ang="0">
                <a:pos x="400" y="1291"/>
              </a:cxn>
              <a:cxn ang="0">
                <a:pos x="469" y="1321"/>
              </a:cxn>
              <a:cxn ang="0">
                <a:pos x="542" y="1346"/>
              </a:cxn>
              <a:cxn ang="0">
                <a:pos x="618" y="1365"/>
              </a:cxn>
              <a:cxn ang="0">
                <a:pos x="697" y="1378"/>
              </a:cxn>
              <a:cxn ang="0">
                <a:pos x="777" y="1383"/>
              </a:cxn>
              <a:cxn ang="0">
                <a:pos x="859" y="1381"/>
              </a:cxn>
              <a:cxn ang="0">
                <a:pos x="939" y="1373"/>
              </a:cxn>
              <a:cxn ang="0">
                <a:pos x="1016" y="1356"/>
              </a:cxn>
              <a:cxn ang="0">
                <a:pos x="1091" y="1335"/>
              </a:cxn>
              <a:cxn ang="0">
                <a:pos x="1161" y="1307"/>
              </a:cxn>
              <a:cxn ang="0">
                <a:pos x="1228" y="1274"/>
              </a:cxn>
              <a:cxn ang="0">
                <a:pos x="1306" y="1225"/>
              </a:cxn>
              <a:cxn ang="0">
                <a:pos x="1376" y="1169"/>
              </a:cxn>
              <a:cxn ang="0">
                <a:pos x="1426" y="1119"/>
              </a:cxn>
              <a:cxn ang="0">
                <a:pos x="1470" y="1064"/>
              </a:cxn>
              <a:cxn ang="0">
                <a:pos x="1509" y="1006"/>
              </a:cxn>
              <a:cxn ang="0">
                <a:pos x="1540" y="945"/>
              </a:cxn>
              <a:cxn ang="0">
                <a:pos x="1565" y="881"/>
              </a:cxn>
              <a:cxn ang="0">
                <a:pos x="1584" y="813"/>
              </a:cxn>
              <a:cxn ang="0">
                <a:pos x="1594" y="745"/>
              </a:cxn>
              <a:cxn ang="0">
                <a:pos x="1595" y="673"/>
              </a:cxn>
              <a:cxn ang="0">
                <a:pos x="1590" y="603"/>
              </a:cxn>
              <a:cxn ang="0">
                <a:pos x="1575" y="536"/>
              </a:cxn>
              <a:cxn ang="0">
                <a:pos x="1554" y="469"/>
              </a:cxn>
              <a:cxn ang="0">
                <a:pos x="1525" y="407"/>
              </a:cxn>
              <a:cxn ang="0">
                <a:pos x="1490" y="347"/>
              </a:cxn>
              <a:cxn ang="0">
                <a:pos x="1449" y="291"/>
              </a:cxn>
              <a:cxn ang="0">
                <a:pos x="1401" y="239"/>
              </a:cxn>
              <a:cxn ang="0">
                <a:pos x="1348" y="191"/>
              </a:cxn>
              <a:cxn ang="0">
                <a:pos x="1260" y="128"/>
              </a:cxn>
              <a:cxn ang="0">
                <a:pos x="1195" y="92"/>
              </a:cxn>
              <a:cxn ang="0">
                <a:pos x="1126" y="60"/>
              </a:cxn>
              <a:cxn ang="0">
                <a:pos x="1053" y="37"/>
              </a:cxn>
              <a:cxn ang="0">
                <a:pos x="978" y="18"/>
              </a:cxn>
              <a:cxn ang="0">
                <a:pos x="899" y="5"/>
              </a:cxn>
              <a:cxn ang="0">
                <a:pos x="818" y="0"/>
              </a:cxn>
            </a:cxnLst>
            <a:rect l="0" t="0" r="r" b="b"/>
            <a:pathLst>
              <a:path w="1596" h="1383">
                <a:moveTo>
                  <a:pt x="798" y="0"/>
                </a:moveTo>
                <a:lnTo>
                  <a:pt x="777" y="0"/>
                </a:lnTo>
                <a:lnTo>
                  <a:pt x="757" y="0"/>
                </a:lnTo>
                <a:lnTo>
                  <a:pt x="737" y="2"/>
                </a:lnTo>
                <a:lnTo>
                  <a:pt x="717" y="3"/>
                </a:lnTo>
                <a:lnTo>
                  <a:pt x="697" y="5"/>
                </a:lnTo>
                <a:lnTo>
                  <a:pt x="677" y="8"/>
                </a:lnTo>
                <a:lnTo>
                  <a:pt x="657" y="10"/>
                </a:lnTo>
                <a:lnTo>
                  <a:pt x="637" y="14"/>
                </a:lnTo>
                <a:lnTo>
                  <a:pt x="618" y="18"/>
                </a:lnTo>
                <a:lnTo>
                  <a:pt x="598" y="22"/>
                </a:lnTo>
                <a:lnTo>
                  <a:pt x="579" y="27"/>
                </a:lnTo>
                <a:lnTo>
                  <a:pt x="560" y="30"/>
                </a:lnTo>
                <a:lnTo>
                  <a:pt x="542" y="37"/>
                </a:lnTo>
                <a:lnTo>
                  <a:pt x="524" y="42"/>
                </a:lnTo>
                <a:lnTo>
                  <a:pt x="505" y="48"/>
                </a:lnTo>
                <a:lnTo>
                  <a:pt x="488" y="54"/>
                </a:lnTo>
                <a:lnTo>
                  <a:pt x="469" y="60"/>
                </a:lnTo>
                <a:lnTo>
                  <a:pt x="451" y="68"/>
                </a:lnTo>
                <a:lnTo>
                  <a:pt x="435" y="75"/>
                </a:lnTo>
                <a:lnTo>
                  <a:pt x="418" y="83"/>
                </a:lnTo>
                <a:lnTo>
                  <a:pt x="400" y="92"/>
                </a:lnTo>
                <a:lnTo>
                  <a:pt x="384" y="100"/>
                </a:lnTo>
                <a:lnTo>
                  <a:pt x="368" y="109"/>
                </a:lnTo>
                <a:lnTo>
                  <a:pt x="351" y="118"/>
                </a:lnTo>
                <a:lnTo>
                  <a:pt x="336" y="128"/>
                </a:lnTo>
                <a:lnTo>
                  <a:pt x="320" y="137"/>
                </a:lnTo>
                <a:lnTo>
                  <a:pt x="290" y="158"/>
                </a:lnTo>
                <a:lnTo>
                  <a:pt x="261" y="179"/>
                </a:lnTo>
                <a:lnTo>
                  <a:pt x="248" y="191"/>
                </a:lnTo>
                <a:lnTo>
                  <a:pt x="234" y="203"/>
                </a:lnTo>
                <a:lnTo>
                  <a:pt x="220" y="214"/>
                </a:lnTo>
                <a:lnTo>
                  <a:pt x="208" y="227"/>
                </a:lnTo>
                <a:lnTo>
                  <a:pt x="195" y="239"/>
                </a:lnTo>
                <a:lnTo>
                  <a:pt x="183" y="252"/>
                </a:lnTo>
                <a:lnTo>
                  <a:pt x="170" y="264"/>
                </a:lnTo>
                <a:lnTo>
                  <a:pt x="159" y="278"/>
                </a:lnTo>
                <a:lnTo>
                  <a:pt x="148" y="291"/>
                </a:lnTo>
                <a:lnTo>
                  <a:pt x="136" y="304"/>
                </a:lnTo>
                <a:lnTo>
                  <a:pt x="125" y="318"/>
                </a:lnTo>
                <a:lnTo>
                  <a:pt x="115" y="333"/>
                </a:lnTo>
                <a:lnTo>
                  <a:pt x="106" y="347"/>
                </a:lnTo>
                <a:lnTo>
                  <a:pt x="96" y="362"/>
                </a:lnTo>
                <a:lnTo>
                  <a:pt x="87" y="377"/>
                </a:lnTo>
                <a:lnTo>
                  <a:pt x="79" y="392"/>
                </a:lnTo>
                <a:lnTo>
                  <a:pt x="70" y="407"/>
                </a:lnTo>
                <a:lnTo>
                  <a:pt x="62" y="422"/>
                </a:lnTo>
                <a:lnTo>
                  <a:pt x="55" y="438"/>
                </a:lnTo>
                <a:lnTo>
                  <a:pt x="49" y="453"/>
                </a:lnTo>
                <a:lnTo>
                  <a:pt x="41" y="469"/>
                </a:lnTo>
                <a:lnTo>
                  <a:pt x="36" y="486"/>
                </a:lnTo>
                <a:lnTo>
                  <a:pt x="30" y="502"/>
                </a:lnTo>
                <a:lnTo>
                  <a:pt x="25" y="518"/>
                </a:lnTo>
                <a:lnTo>
                  <a:pt x="20" y="536"/>
                </a:lnTo>
                <a:lnTo>
                  <a:pt x="16" y="552"/>
                </a:lnTo>
                <a:lnTo>
                  <a:pt x="12" y="570"/>
                </a:lnTo>
                <a:lnTo>
                  <a:pt x="9" y="586"/>
                </a:lnTo>
                <a:lnTo>
                  <a:pt x="6" y="603"/>
                </a:lnTo>
                <a:lnTo>
                  <a:pt x="4" y="621"/>
                </a:lnTo>
                <a:lnTo>
                  <a:pt x="2" y="638"/>
                </a:lnTo>
                <a:lnTo>
                  <a:pt x="1" y="656"/>
                </a:lnTo>
                <a:lnTo>
                  <a:pt x="0" y="673"/>
                </a:lnTo>
                <a:lnTo>
                  <a:pt x="0" y="691"/>
                </a:lnTo>
                <a:lnTo>
                  <a:pt x="0" y="710"/>
                </a:lnTo>
                <a:lnTo>
                  <a:pt x="1" y="727"/>
                </a:lnTo>
                <a:lnTo>
                  <a:pt x="2" y="745"/>
                </a:lnTo>
                <a:lnTo>
                  <a:pt x="4" y="762"/>
                </a:lnTo>
                <a:lnTo>
                  <a:pt x="6" y="780"/>
                </a:lnTo>
                <a:lnTo>
                  <a:pt x="9" y="797"/>
                </a:lnTo>
                <a:lnTo>
                  <a:pt x="12" y="813"/>
                </a:lnTo>
                <a:lnTo>
                  <a:pt x="16" y="831"/>
                </a:lnTo>
                <a:lnTo>
                  <a:pt x="20" y="847"/>
                </a:lnTo>
                <a:lnTo>
                  <a:pt x="25" y="865"/>
                </a:lnTo>
                <a:lnTo>
                  <a:pt x="30" y="881"/>
                </a:lnTo>
                <a:lnTo>
                  <a:pt x="36" y="897"/>
                </a:lnTo>
                <a:lnTo>
                  <a:pt x="42" y="913"/>
                </a:lnTo>
                <a:lnTo>
                  <a:pt x="49" y="930"/>
                </a:lnTo>
                <a:lnTo>
                  <a:pt x="55" y="945"/>
                </a:lnTo>
                <a:lnTo>
                  <a:pt x="62" y="961"/>
                </a:lnTo>
                <a:lnTo>
                  <a:pt x="70" y="976"/>
                </a:lnTo>
                <a:lnTo>
                  <a:pt x="79" y="991"/>
                </a:lnTo>
                <a:lnTo>
                  <a:pt x="87" y="1006"/>
                </a:lnTo>
                <a:lnTo>
                  <a:pt x="96" y="1021"/>
                </a:lnTo>
                <a:lnTo>
                  <a:pt x="106" y="1036"/>
                </a:lnTo>
                <a:lnTo>
                  <a:pt x="115" y="1050"/>
                </a:lnTo>
                <a:lnTo>
                  <a:pt x="126" y="1064"/>
                </a:lnTo>
                <a:lnTo>
                  <a:pt x="136" y="1079"/>
                </a:lnTo>
                <a:lnTo>
                  <a:pt x="148" y="1092"/>
                </a:lnTo>
                <a:lnTo>
                  <a:pt x="159" y="1105"/>
                </a:lnTo>
                <a:lnTo>
                  <a:pt x="170" y="1119"/>
                </a:lnTo>
                <a:lnTo>
                  <a:pt x="183" y="1131"/>
                </a:lnTo>
                <a:lnTo>
                  <a:pt x="195" y="1144"/>
                </a:lnTo>
                <a:lnTo>
                  <a:pt x="208" y="1156"/>
                </a:lnTo>
                <a:lnTo>
                  <a:pt x="220" y="1169"/>
                </a:lnTo>
                <a:lnTo>
                  <a:pt x="234" y="1180"/>
                </a:lnTo>
                <a:lnTo>
                  <a:pt x="248" y="1192"/>
                </a:lnTo>
                <a:lnTo>
                  <a:pt x="261" y="1204"/>
                </a:lnTo>
                <a:lnTo>
                  <a:pt x="290" y="1225"/>
                </a:lnTo>
                <a:lnTo>
                  <a:pt x="320" y="1245"/>
                </a:lnTo>
                <a:lnTo>
                  <a:pt x="336" y="1255"/>
                </a:lnTo>
                <a:lnTo>
                  <a:pt x="351" y="1265"/>
                </a:lnTo>
                <a:lnTo>
                  <a:pt x="368" y="1274"/>
                </a:lnTo>
                <a:lnTo>
                  <a:pt x="384" y="1282"/>
                </a:lnTo>
                <a:lnTo>
                  <a:pt x="400" y="1291"/>
                </a:lnTo>
                <a:lnTo>
                  <a:pt x="418" y="1300"/>
                </a:lnTo>
                <a:lnTo>
                  <a:pt x="434" y="1307"/>
                </a:lnTo>
                <a:lnTo>
                  <a:pt x="451" y="1315"/>
                </a:lnTo>
                <a:lnTo>
                  <a:pt x="469" y="1321"/>
                </a:lnTo>
                <a:lnTo>
                  <a:pt x="488" y="1329"/>
                </a:lnTo>
                <a:lnTo>
                  <a:pt x="505" y="1335"/>
                </a:lnTo>
                <a:lnTo>
                  <a:pt x="524" y="1341"/>
                </a:lnTo>
                <a:lnTo>
                  <a:pt x="542" y="1346"/>
                </a:lnTo>
                <a:lnTo>
                  <a:pt x="560" y="1351"/>
                </a:lnTo>
                <a:lnTo>
                  <a:pt x="579" y="1356"/>
                </a:lnTo>
                <a:lnTo>
                  <a:pt x="598" y="1361"/>
                </a:lnTo>
                <a:lnTo>
                  <a:pt x="618" y="1365"/>
                </a:lnTo>
                <a:lnTo>
                  <a:pt x="637" y="1369"/>
                </a:lnTo>
                <a:lnTo>
                  <a:pt x="657" y="1373"/>
                </a:lnTo>
                <a:lnTo>
                  <a:pt x="677" y="1375"/>
                </a:lnTo>
                <a:lnTo>
                  <a:pt x="697" y="1378"/>
                </a:lnTo>
                <a:lnTo>
                  <a:pt x="717" y="1379"/>
                </a:lnTo>
                <a:lnTo>
                  <a:pt x="737" y="1381"/>
                </a:lnTo>
                <a:lnTo>
                  <a:pt x="757" y="1381"/>
                </a:lnTo>
                <a:lnTo>
                  <a:pt x="777" y="1383"/>
                </a:lnTo>
                <a:lnTo>
                  <a:pt x="798" y="1383"/>
                </a:lnTo>
                <a:lnTo>
                  <a:pt x="818" y="1383"/>
                </a:lnTo>
                <a:lnTo>
                  <a:pt x="839" y="1383"/>
                </a:lnTo>
                <a:lnTo>
                  <a:pt x="859" y="1381"/>
                </a:lnTo>
                <a:lnTo>
                  <a:pt x="879" y="1379"/>
                </a:lnTo>
                <a:lnTo>
                  <a:pt x="899" y="1378"/>
                </a:lnTo>
                <a:lnTo>
                  <a:pt x="919" y="1375"/>
                </a:lnTo>
                <a:lnTo>
                  <a:pt x="939" y="1373"/>
                </a:lnTo>
                <a:lnTo>
                  <a:pt x="958" y="1369"/>
                </a:lnTo>
                <a:lnTo>
                  <a:pt x="978" y="1365"/>
                </a:lnTo>
                <a:lnTo>
                  <a:pt x="997" y="1361"/>
                </a:lnTo>
                <a:lnTo>
                  <a:pt x="1016" y="1356"/>
                </a:lnTo>
                <a:lnTo>
                  <a:pt x="1036" y="1351"/>
                </a:lnTo>
                <a:lnTo>
                  <a:pt x="1053" y="1346"/>
                </a:lnTo>
                <a:lnTo>
                  <a:pt x="1072" y="1341"/>
                </a:lnTo>
                <a:lnTo>
                  <a:pt x="1091" y="1335"/>
                </a:lnTo>
                <a:lnTo>
                  <a:pt x="1108" y="1329"/>
                </a:lnTo>
                <a:lnTo>
                  <a:pt x="1126" y="1321"/>
                </a:lnTo>
                <a:lnTo>
                  <a:pt x="1143" y="1315"/>
                </a:lnTo>
                <a:lnTo>
                  <a:pt x="1161" y="1307"/>
                </a:lnTo>
                <a:lnTo>
                  <a:pt x="1178" y="1300"/>
                </a:lnTo>
                <a:lnTo>
                  <a:pt x="1195" y="1291"/>
                </a:lnTo>
                <a:lnTo>
                  <a:pt x="1212" y="1282"/>
                </a:lnTo>
                <a:lnTo>
                  <a:pt x="1228" y="1274"/>
                </a:lnTo>
                <a:lnTo>
                  <a:pt x="1243" y="1265"/>
                </a:lnTo>
                <a:lnTo>
                  <a:pt x="1260" y="1255"/>
                </a:lnTo>
                <a:lnTo>
                  <a:pt x="1275" y="1245"/>
                </a:lnTo>
                <a:lnTo>
                  <a:pt x="1306" y="1225"/>
                </a:lnTo>
                <a:lnTo>
                  <a:pt x="1335" y="1204"/>
                </a:lnTo>
                <a:lnTo>
                  <a:pt x="1348" y="1192"/>
                </a:lnTo>
                <a:lnTo>
                  <a:pt x="1362" y="1180"/>
                </a:lnTo>
                <a:lnTo>
                  <a:pt x="1376" y="1169"/>
                </a:lnTo>
                <a:lnTo>
                  <a:pt x="1388" y="1156"/>
                </a:lnTo>
                <a:lnTo>
                  <a:pt x="1401" y="1144"/>
                </a:lnTo>
                <a:lnTo>
                  <a:pt x="1413" y="1131"/>
                </a:lnTo>
                <a:lnTo>
                  <a:pt x="1426" y="1119"/>
                </a:lnTo>
                <a:lnTo>
                  <a:pt x="1437" y="1105"/>
                </a:lnTo>
                <a:lnTo>
                  <a:pt x="1449" y="1092"/>
                </a:lnTo>
                <a:lnTo>
                  <a:pt x="1460" y="1079"/>
                </a:lnTo>
                <a:lnTo>
                  <a:pt x="1470" y="1064"/>
                </a:lnTo>
                <a:lnTo>
                  <a:pt x="1480" y="1050"/>
                </a:lnTo>
                <a:lnTo>
                  <a:pt x="1490" y="1036"/>
                </a:lnTo>
                <a:lnTo>
                  <a:pt x="1500" y="1021"/>
                </a:lnTo>
                <a:lnTo>
                  <a:pt x="1509" y="1006"/>
                </a:lnTo>
                <a:lnTo>
                  <a:pt x="1517" y="991"/>
                </a:lnTo>
                <a:lnTo>
                  <a:pt x="1525" y="976"/>
                </a:lnTo>
                <a:lnTo>
                  <a:pt x="1532" y="961"/>
                </a:lnTo>
                <a:lnTo>
                  <a:pt x="1540" y="945"/>
                </a:lnTo>
                <a:lnTo>
                  <a:pt x="1547" y="930"/>
                </a:lnTo>
                <a:lnTo>
                  <a:pt x="1554" y="913"/>
                </a:lnTo>
                <a:lnTo>
                  <a:pt x="1560" y="897"/>
                </a:lnTo>
                <a:lnTo>
                  <a:pt x="1565" y="881"/>
                </a:lnTo>
                <a:lnTo>
                  <a:pt x="1570" y="865"/>
                </a:lnTo>
                <a:lnTo>
                  <a:pt x="1575" y="847"/>
                </a:lnTo>
                <a:lnTo>
                  <a:pt x="1580" y="831"/>
                </a:lnTo>
                <a:lnTo>
                  <a:pt x="1584" y="813"/>
                </a:lnTo>
                <a:lnTo>
                  <a:pt x="1586" y="797"/>
                </a:lnTo>
                <a:lnTo>
                  <a:pt x="1589" y="780"/>
                </a:lnTo>
                <a:lnTo>
                  <a:pt x="1591" y="762"/>
                </a:lnTo>
                <a:lnTo>
                  <a:pt x="1594" y="745"/>
                </a:lnTo>
                <a:lnTo>
                  <a:pt x="1595" y="727"/>
                </a:lnTo>
                <a:lnTo>
                  <a:pt x="1595" y="710"/>
                </a:lnTo>
                <a:lnTo>
                  <a:pt x="1596" y="691"/>
                </a:lnTo>
                <a:lnTo>
                  <a:pt x="1595" y="673"/>
                </a:lnTo>
                <a:lnTo>
                  <a:pt x="1595" y="656"/>
                </a:lnTo>
                <a:lnTo>
                  <a:pt x="1594" y="638"/>
                </a:lnTo>
                <a:lnTo>
                  <a:pt x="1591" y="621"/>
                </a:lnTo>
                <a:lnTo>
                  <a:pt x="1590" y="603"/>
                </a:lnTo>
                <a:lnTo>
                  <a:pt x="1586" y="586"/>
                </a:lnTo>
                <a:lnTo>
                  <a:pt x="1584" y="570"/>
                </a:lnTo>
                <a:lnTo>
                  <a:pt x="1580" y="552"/>
                </a:lnTo>
                <a:lnTo>
                  <a:pt x="1575" y="536"/>
                </a:lnTo>
                <a:lnTo>
                  <a:pt x="1571" y="518"/>
                </a:lnTo>
                <a:lnTo>
                  <a:pt x="1565" y="502"/>
                </a:lnTo>
                <a:lnTo>
                  <a:pt x="1560" y="486"/>
                </a:lnTo>
                <a:lnTo>
                  <a:pt x="1554" y="469"/>
                </a:lnTo>
                <a:lnTo>
                  <a:pt x="1547" y="453"/>
                </a:lnTo>
                <a:lnTo>
                  <a:pt x="1540" y="438"/>
                </a:lnTo>
                <a:lnTo>
                  <a:pt x="1534" y="422"/>
                </a:lnTo>
                <a:lnTo>
                  <a:pt x="1525" y="407"/>
                </a:lnTo>
                <a:lnTo>
                  <a:pt x="1517" y="392"/>
                </a:lnTo>
                <a:lnTo>
                  <a:pt x="1509" y="377"/>
                </a:lnTo>
                <a:lnTo>
                  <a:pt x="1500" y="362"/>
                </a:lnTo>
                <a:lnTo>
                  <a:pt x="1490" y="347"/>
                </a:lnTo>
                <a:lnTo>
                  <a:pt x="1480" y="333"/>
                </a:lnTo>
                <a:lnTo>
                  <a:pt x="1470" y="319"/>
                </a:lnTo>
                <a:lnTo>
                  <a:pt x="1460" y="304"/>
                </a:lnTo>
                <a:lnTo>
                  <a:pt x="1449" y="291"/>
                </a:lnTo>
                <a:lnTo>
                  <a:pt x="1437" y="278"/>
                </a:lnTo>
                <a:lnTo>
                  <a:pt x="1426" y="264"/>
                </a:lnTo>
                <a:lnTo>
                  <a:pt x="1413" y="252"/>
                </a:lnTo>
                <a:lnTo>
                  <a:pt x="1401" y="239"/>
                </a:lnTo>
                <a:lnTo>
                  <a:pt x="1388" y="227"/>
                </a:lnTo>
                <a:lnTo>
                  <a:pt x="1376" y="214"/>
                </a:lnTo>
                <a:lnTo>
                  <a:pt x="1362" y="203"/>
                </a:lnTo>
                <a:lnTo>
                  <a:pt x="1348" y="191"/>
                </a:lnTo>
                <a:lnTo>
                  <a:pt x="1335" y="179"/>
                </a:lnTo>
                <a:lnTo>
                  <a:pt x="1306" y="158"/>
                </a:lnTo>
                <a:lnTo>
                  <a:pt x="1275" y="137"/>
                </a:lnTo>
                <a:lnTo>
                  <a:pt x="1260" y="128"/>
                </a:lnTo>
                <a:lnTo>
                  <a:pt x="1243" y="118"/>
                </a:lnTo>
                <a:lnTo>
                  <a:pt x="1228" y="109"/>
                </a:lnTo>
                <a:lnTo>
                  <a:pt x="1212" y="100"/>
                </a:lnTo>
                <a:lnTo>
                  <a:pt x="1195" y="92"/>
                </a:lnTo>
                <a:lnTo>
                  <a:pt x="1178" y="83"/>
                </a:lnTo>
                <a:lnTo>
                  <a:pt x="1161" y="75"/>
                </a:lnTo>
                <a:lnTo>
                  <a:pt x="1143" y="68"/>
                </a:lnTo>
                <a:lnTo>
                  <a:pt x="1126" y="60"/>
                </a:lnTo>
                <a:lnTo>
                  <a:pt x="1108" y="54"/>
                </a:lnTo>
                <a:lnTo>
                  <a:pt x="1091" y="48"/>
                </a:lnTo>
                <a:lnTo>
                  <a:pt x="1072" y="42"/>
                </a:lnTo>
                <a:lnTo>
                  <a:pt x="1053" y="37"/>
                </a:lnTo>
                <a:lnTo>
                  <a:pt x="1036" y="30"/>
                </a:lnTo>
                <a:lnTo>
                  <a:pt x="1016" y="27"/>
                </a:lnTo>
                <a:lnTo>
                  <a:pt x="997" y="22"/>
                </a:lnTo>
                <a:lnTo>
                  <a:pt x="978" y="18"/>
                </a:lnTo>
                <a:lnTo>
                  <a:pt x="958" y="14"/>
                </a:lnTo>
                <a:lnTo>
                  <a:pt x="939" y="10"/>
                </a:lnTo>
                <a:lnTo>
                  <a:pt x="919" y="8"/>
                </a:lnTo>
                <a:lnTo>
                  <a:pt x="899" y="5"/>
                </a:lnTo>
                <a:lnTo>
                  <a:pt x="879" y="3"/>
                </a:lnTo>
                <a:lnTo>
                  <a:pt x="859" y="2"/>
                </a:lnTo>
                <a:lnTo>
                  <a:pt x="839" y="0"/>
                </a:lnTo>
                <a:lnTo>
                  <a:pt x="818" y="0"/>
                </a:lnTo>
                <a:lnTo>
                  <a:pt x="798" y="0"/>
                </a:lnTo>
              </a:path>
            </a:pathLst>
          </a:custGeom>
          <a:noFill/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Freeform 116"/>
          <p:cNvSpPr>
            <a:spLocks/>
          </p:cNvSpPr>
          <p:nvPr/>
        </p:nvSpPr>
        <p:spPr bwMode="auto">
          <a:xfrm>
            <a:off x="5743576" y="2395539"/>
            <a:ext cx="1914525" cy="3321050"/>
          </a:xfrm>
          <a:custGeom>
            <a:avLst/>
            <a:gdLst/>
            <a:ahLst/>
            <a:cxnLst>
              <a:cxn ang="0">
                <a:pos x="640" y="420"/>
              </a:cxn>
              <a:cxn ang="0">
                <a:pos x="543" y="182"/>
              </a:cxn>
              <a:cxn ang="0">
                <a:pos x="478" y="617"/>
              </a:cxn>
              <a:cxn ang="0">
                <a:pos x="251" y="351"/>
              </a:cxn>
              <a:cxn ang="0">
                <a:pos x="300" y="756"/>
              </a:cxn>
              <a:cxn ang="0">
                <a:pos x="66" y="801"/>
              </a:cxn>
              <a:cxn ang="0">
                <a:pos x="220" y="1123"/>
              </a:cxn>
              <a:cxn ang="0">
                <a:pos x="0" y="1247"/>
              </a:cxn>
              <a:cxn ang="0">
                <a:pos x="186" y="1489"/>
              </a:cxn>
              <a:cxn ang="0">
                <a:pos x="72" y="1727"/>
              </a:cxn>
              <a:cxn ang="0">
                <a:pos x="269" y="1767"/>
              </a:cxn>
              <a:cxn ang="0">
                <a:pos x="275" y="2092"/>
              </a:cxn>
              <a:cxn ang="0">
                <a:pos x="420" y="1756"/>
              </a:cxn>
              <a:cxn ang="0">
                <a:pos x="486" y="1910"/>
              </a:cxn>
              <a:cxn ang="0">
                <a:pos x="552" y="1682"/>
              </a:cxn>
              <a:cxn ang="0">
                <a:pos x="649" y="1824"/>
              </a:cxn>
              <a:cxn ang="0">
                <a:pos x="680" y="1543"/>
              </a:cxn>
              <a:cxn ang="0">
                <a:pos x="834" y="1682"/>
              </a:cxn>
              <a:cxn ang="0">
                <a:pos x="818" y="1390"/>
              </a:cxn>
              <a:cxn ang="0">
                <a:pos x="1054" y="1514"/>
              </a:cxn>
              <a:cxn ang="0">
                <a:pos x="914" y="1193"/>
              </a:cxn>
              <a:cxn ang="0">
                <a:pos x="1021" y="1094"/>
              </a:cxn>
              <a:cxn ang="0">
                <a:pos x="948" y="910"/>
              </a:cxn>
              <a:cxn ang="0">
                <a:pos x="1206" y="644"/>
              </a:cxn>
              <a:cxn ang="0">
                <a:pos x="914" y="632"/>
              </a:cxn>
              <a:cxn ang="0">
                <a:pos x="1006" y="307"/>
              </a:cxn>
              <a:cxn ang="0">
                <a:pos x="812" y="559"/>
              </a:cxn>
              <a:cxn ang="0">
                <a:pos x="825" y="0"/>
              </a:cxn>
              <a:cxn ang="0">
                <a:pos x="640" y="420"/>
              </a:cxn>
            </a:cxnLst>
            <a:rect l="0" t="0" r="r" b="b"/>
            <a:pathLst>
              <a:path w="1206" h="2092">
                <a:moveTo>
                  <a:pt x="640" y="420"/>
                </a:moveTo>
                <a:lnTo>
                  <a:pt x="543" y="182"/>
                </a:lnTo>
                <a:lnTo>
                  <a:pt x="478" y="617"/>
                </a:lnTo>
                <a:lnTo>
                  <a:pt x="251" y="351"/>
                </a:lnTo>
                <a:lnTo>
                  <a:pt x="300" y="756"/>
                </a:lnTo>
                <a:lnTo>
                  <a:pt x="66" y="801"/>
                </a:lnTo>
                <a:lnTo>
                  <a:pt x="220" y="1123"/>
                </a:lnTo>
                <a:lnTo>
                  <a:pt x="0" y="1247"/>
                </a:lnTo>
                <a:lnTo>
                  <a:pt x="186" y="1489"/>
                </a:lnTo>
                <a:lnTo>
                  <a:pt x="72" y="1727"/>
                </a:lnTo>
                <a:lnTo>
                  <a:pt x="269" y="1767"/>
                </a:lnTo>
                <a:lnTo>
                  <a:pt x="275" y="2092"/>
                </a:lnTo>
                <a:lnTo>
                  <a:pt x="420" y="1756"/>
                </a:lnTo>
                <a:lnTo>
                  <a:pt x="486" y="1910"/>
                </a:lnTo>
                <a:lnTo>
                  <a:pt x="552" y="1682"/>
                </a:lnTo>
                <a:lnTo>
                  <a:pt x="649" y="1824"/>
                </a:lnTo>
                <a:lnTo>
                  <a:pt x="680" y="1543"/>
                </a:lnTo>
                <a:lnTo>
                  <a:pt x="834" y="1682"/>
                </a:lnTo>
                <a:lnTo>
                  <a:pt x="818" y="1390"/>
                </a:lnTo>
                <a:lnTo>
                  <a:pt x="1054" y="1514"/>
                </a:lnTo>
                <a:lnTo>
                  <a:pt x="914" y="1193"/>
                </a:lnTo>
                <a:lnTo>
                  <a:pt x="1021" y="1094"/>
                </a:lnTo>
                <a:lnTo>
                  <a:pt x="948" y="910"/>
                </a:lnTo>
                <a:lnTo>
                  <a:pt x="1206" y="644"/>
                </a:lnTo>
                <a:lnTo>
                  <a:pt x="914" y="632"/>
                </a:lnTo>
                <a:lnTo>
                  <a:pt x="1006" y="307"/>
                </a:lnTo>
                <a:lnTo>
                  <a:pt x="812" y="559"/>
                </a:lnTo>
                <a:lnTo>
                  <a:pt x="825" y="0"/>
                </a:lnTo>
                <a:lnTo>
                  <a:pt x="640" y="42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66000"/>
            </a:schemeClr>
          </a:solidFill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Freeform 108"/>
          <p:cNvSpPr>
            <a:spLocks/>
          </p:cNvSpPr>
          <p:nvPr/>
        </p:nvSpPr>
        <p:spPr bwMode="auto">
          <a:xfrm>
            <a:off x="2085976" y="1719264"/>
            <a:ext cx="3095625" cy="1352550"/>
          </a:xfrm>
          <a:custGeom>
            <a:avLst/>
            <a:gdLst/>
            <a:ahLst/>
            <a:cxnLst>
              <a:cxn ang="0">
                <a:pos x="1950" y="426"/>
              </a:cxn>
              <a:cxn ang="0">
                <a:pos x="1665" y="302"/>
              </a:cxn>
              <a:cxn ang="0">
                <a:pos x="1665" y="125"/>
              </a:cxn>
              <a:cxn ang="0">
                <a:pos x="1261" y="125"/>
              </a:cxn>
              <a:cxn ang="0">
                <a:pos x="975" y="0"/>
              </a:cxn>
              <a:cxn ang="0">
                <a:pos x="689" y="125"/>
              </a:cxn>
              <a:cxn ang="0">
                <a:pos x="285" y="125"/>
              </a:cxn>
              <a:cxn ang="0">
                <a:pos x="286" y="302"/>
              </a:cxn>
              <a:cxn ang="0">
                <a:pos x="0" y="426"/>
              </a:cxn>
              <a:cxn ang="0">
                <a:pos x="286" y="551"/>
              </a:cxn>
              <a:cxn ang="0">
                <a:pos x="285" y="727"/>
              </a:cxn>
              <a:cxn ang="0">
                <a:pos x="689" y="727"/>
              </a:cxn>
              <a:cxn ang="0">
                <a:pos x="975" y="852"/>
              </a:cxn>
              <a:cxn ang="0">
                <a:pos x="1261" y="727"/>
              </a:cxn>
              <a:cxn ang="0">
                <a:pos x="1665" y="727"/>
              </a:cxn>
              <a:cxn ang="0">
                <a:pos x="1665" y="551"/>
              </a:cxn>
              <a:cxn ang="0">
                <a:pos x="1950" y="426"/>
              </a:cxn>
            </a:cxnLst>
            <a:rect l="0" t="0" r="r" b="b"/>
            <a:pathLst>
              <a:path w="1950" h="852">
                <a:moveTo>
                  <a:pt x="1950" y="426"/>
                </a:moveTo>
                <a:lnTo>
                  <a:pt x="1665" y="302"/>
                </a:lnTo>
                <a:lnTo>
                  <a:pt x="1665" y="125"/>
                </a:lnTo>
                <a:lnTo>
                  <a:pt x="1261" y="125"/>
                </a:lnTo>
                <a:lnTo>
                  <a:pt x="975" y="0"/>
                </a:lnTo>
                <a:lnTo>
                  <a:pt x="689" y="125"/>
                </a:lnTo>
                <a:lnTo>
                  <a:pt x="285" y="125"/>
                </a:lnTo>
                <a:lnTo>
                  <a:pt x="286" y="302"/>
                </a:lnTo>
                <a:lnTo>
                  <a:pt x="0" y="426"/>
                </a:lnTo>
                <a:lnTo>
                  <a:pt x="286" y="551"/>
                </a:lnTo>
                <a:lnTo>
                  <a:pt x="285" y="727"/>
                </a:lnTo>
                <a:lnTo>
                  <a:pt x="689" y="727"/>
                </a:lnTo>
                <a:lnTo>
                  <a:pt x="975" y="852"/>
                </a:lnTo>
                <a:lnTo>
                  <a:pt x="1261" y="727"/>
                </a:lnTo>
                <a:lnTo>
                  <a:pt x="1665" y="727"/>
                </a:lnTo>
                <a:lnTo>
                  <a:pt x="1665" y="551"/>
                </a:lnTo>
                <a:lnTo>
                  <a:pt x="1950" y="426"/>
                </a:lnTo>
                <a:close/>
              </a:path>
            </a:pathLst>
          </a:custGeom>
          <a:solidFill>
            <a:srgbClr val="C0C0C0">
              <a:alpha val="46000"/>
            </a:srgbClr>
          </a:solidFill>
          <a:ln w="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SUSTAIN</a:t>
            </a:r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 rot="18071">
            <a:off x="617538" y="1554163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000">
                <a:latin typeface="Times New Roman" pitchFamily="18" charset="0"/>
              </a:rPr>
              <a:t>1</a:t>
            </a:r>
          </a:p>
        </p:txBody>
      </p:sp>
      <p:sp>
        <p:nvSpPr>
          <p:cNvPr id="9220" name="Text Box 3"/>
          <p:cNvSpPr txBox="1">
            <a:spLocks noChangeArrowheads="1"/>
          </p:cNvSpPr>
          <p:nvPr/>
        </p:nvSpPr>
        <p:spPr bwMode="auto">
          <a:xfrm rot="34243">
            <a:off x="1549400" y="1295400"/>
            <a:ext cx="4635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 rot="5786">
            <a:off x="2598738" y="14938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3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 rot="57688">
            <a:off x="3200400" y="1357313"/>
            <a:ext cx="412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4</a:t>
            </a:r>
          </a:p>
        </p:txBody>
      </p:sp>
      <p:sp>
        <p:nvSpPr>
          <p:cNvPr id="9223" name="Text Box 6"/>
          <p:cNvSpPr txBox="1">
            <a:spLocks noChangeArrowheads="1"/>
          </p:cNvSpPr>
          <p:nvPr/>
        </p:nvSpPr>
        <p:spPr bwMode="auto">
          <a:xfrm rot="19330">
            <a:off x="4017963" y="14938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5</a:t>
            </a:r>
          </a:p>
        </p:txBody>
      </p:sp>
      <p:sp>
        <p:nvSpPr>
          <p:cNvPr id="9224" name="Text Box 7"/>
          <p:cNvSpPr txBox="1">
            <a:spLocks noChangeArrowheads="1"/>
          </p:cNvSpPr>
          <p:nvPr/>
        </p:nvSpPr>
        <p:spPr bwMode="auto">
          <a:xfrm rot="21109">
            <a:off x="4838700" y="1447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lbertus" pitchFamily="34" charset="0"/>
              </a:rPr>
              <a:t>6</a:t>
            </a:r>
          </a:p>
        </p:txBody>
      </p:sp>
      <p:sp>
        <p:nvSpPr>
          <p:cNvPr id="9225" name="Text Box 8"/>
          <p:cNvSpPr txBox="1">
            <a:spLocks noChangeArrowheads="1"/>
          </p:cNvSpPr>
          <p:nvPr/>
        </p:nvSpPr>
        <p:spPr bwMode="auto">
          <a:xfrm rot="48044">
            <a:off x="5792788" y="1387475"/>
            <a:ext cx="428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Algerian" pitchFamily="82" charset="0"/>
              </a:rPr>
              <a:t>7</a:t>
            </a:r>
          </a:p>
        </p:txBody>
      </p:sp>
      <p:sp>
        <p:nvSpPr>
          <p:cNvPr id="9226" name="Text Box 9"/>
          <p:cNvSpPr txBox="1">
            <a:spLocks noChangeArrowheads="1"/>
          </p:cNvSpPr>
          <p:nvPr/>
        </p:nvSpPr>
        <p:spPr bwMode="auto">
          <a:xfrm rot="10896">
            <a:off x="6665913" y="1417638"/>
            <a:ext cx="381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>
                <a:latin typeface="Old English" pitchFamily="2" charset="0"/>
              </a:rPr>
              <a:t>8</a:t>
            </a:r>
          </a:p>
        </p:txBody>
      </p:sp>
      <p:sp>
        <p:nvSpPr>
          <p:cNvPr id="9227" name="Text Box 10"/>
          <p:cNvSpPr txBox="1">
            <a:spLocks noChangeArrowheads="1"/>
          </p:cNvSpPr>
          <p:nvPr/>
        </p:nvSpPr>
        <p:spPr bwMode="auto">
          <a:xfrm rot="40852">
            <a:off x="7505700" y="14938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9</a:t>
            </a:r>
          </a:p>
        </p:txBody>
      </p:sp>
      <p:sp>
        <p:nvSpPr>
          <p:cNvPr id="9228" name="Text Box 11"/>
          <p:cNvSpPr txBox="1">
            <a:spLocks noChangeArrowheads="1"/>
          </p:cNvSpPr>
          <p:nvPr/>
        </p:nvSpPr>
        <p:spPr bwMode="auto">
          <a:xfrm>
            <a:off x="8234363" y="1355725"/>
            <a:ext cx="64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10</a:t>
            </a:r>
          </a:p>
        </p:txBody>
      </p:sp>
      <p:sp>
        <p:nvSpPr>
          <p:cNvPr id="9229" name="Text Box 12"/>
          <p:cNvSpPr txBox="1">
            <a:spLocks noChangeArrowheads="1"/>
          </p:cNvSpPr>
          <p:nvPr/>
        </p:nvSpPr>
        <p:spPr bwMode="auto">
          <a:xfrm rot="19197">
            <a:off x="446088" y="2239963"/>
            <a:ext cx="590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Times New Roman" pitchFamily="18" charset="0"/>
              </a:rPr>
              <a:t>11</a:t>
            </a:r>
          </a:p>
        </p:txBody>
      </p:sp>
      <p:sp>
        <p:nvSpPr>
          <p:cNvPr id="9230" name="Text Box 13"/>
          <p:cNvSpPr txBox="1">
            <a:spLocks noChangeArrowheads="1"/>
          </p:cNvSpPr>
          <p:nvPr/>
        </p:nvSpPr>
        <p:spPr bwMode="auto">
          <a:xfrm rot="26672">
            <a:off x="1574800" y="23463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12</a:t>
            </a:r>
          </a:p>
        </p:txBody>
      </p:sp>
      <p:sp>
        <p:nvSpPr>
          <p:cNvPr id="9231" name="Text Box 14"/>
          <p:cNvSpPr txBox="1">
            <a:spLocks noChangeArrowheads="1"/>
          </p:cNvSpPr>
          <p:nvPr/>
        </p:nvSpPr>
        <p:spPr bwMode="auto">
          <a:xfrm>
            <a:off x="2554288" y="2360613"/>
            <a:ext cx="3873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600" i="1">
                <a:latin typeface="Times New Roman" pitchFamily="18" charset="0"/>
              </a:rPr>
              <a:t>13</a:t>
            </a:r>
          </a:p>
        </p:txBody>
      </p:sp>
      <p:sp>
        <p:nvSpPr>
          <p:cNvPr id="9232" name="Text Box 15"/>
          <p:cNvSpPr txBox="1">
            <a:spLocks noChangeArrowheads="1"/>
          </p:cNvSpPr>
          <p:nvPr/>
        </p:nvSpPr>
        <p:spPr bwMode="auto">
          <a:xfrm rot="12637">
            <a:off x="3219450" y="2332038"/>
            <a:ext cx="374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latin typeface="Strider" pitchFamily="18" charset="0"/>
              </a:rPr>
              <a:t>14</a:t>
            </a:r>
          </a:p>
        </p:txBody>
      </p:sp>
      <p:sp>
        <p:nvSpPr>
          <p:cNvPr id="9233" name="Text Box 16"/>
          <p:cNvSpPr txBox="1">
            <a:spLocks noChangeArrowheads="1"/>
          </p:cNvSpPr>
          <p:nvPr/>
        </p:nvSpPr>
        <p:spPr bwMode="auto">
          <a:xfrm rot="2509">
            <a:off x="3821113" y="2179638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15</a:t>
            </a:r>
          </a:p>
        </p:txBody>
      </p:sp>
      <p:sp>
        <p:nvSpPr>
          <p:cNvPr id="9234" name="Text Box 17"/>
          <p:cNvSpPr txBox="1">
            <a:spLocks noChangeArrowheads="1"/>
          </p:cNvSpPr>
          <p:nvPr/>
        </p:nvSpPr>
        <p:spPr bwMode="auto">
          <a:xfrm rot="8454">
            <a:off x="4483100" y="1981200"/>
            <a:ext cx="109220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6600">
                <a:latin typeface="Rockwell" pitchFamily="18" charset="0"/>
              </a:rPr>
              <a:t>16</a:t>
            </a:r>
          </a:p>
        </p:txBody>
      </p:sp>
      <p:sp>
        <p:nvSpPr>
          <p:cNvPr id="9235" name="Text Box 18"/>
          <p:cNvSpPr txBox="1">
            <a:spLocks noChangeArrowheads="1"/>
          </p:cNvSpPr>
          <p:nvPr/>
        </p:nvSpPr>
        <p:spPr bwMode="auto">
          <a:xfrm rot="52250">
            <a:off x="5662613" y="2179638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17</a:t>
            </a:r>
          </a:p>
        </p:txBody>
      </p:sp>
      <p:sp>
        <p:nvSpPr>
          <p:cNvPr id="9236" name="Text Box 19"/>
          <p:cNvSpPr txBox="1">
            <a:spLocks noChangeArrowheads="1"/>
          </p:cNvSpPr>
          <p:nvPr/>
        </p:nvSpPr>
        <p:spPr bwMode="auto">
          <a:xfrm rot="22734">
            <a:off x="7359650" y="2239963"/>
            <a:ext cx="5905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 i="1">
                <a:latin typeface="Times New Roman" pitchFamily="18" charset="0"/>
              </a:rPr>
              <a:t>19</a:t>
            </a:r>
          </a:p>
        </p:txBody>
      </p:sp>
      <p:sp>
        <p:nvSpPr>
          <p:cNvPr id="9237" name="Text Box 20"/>
          <p:cNvSpPr txBox="1">
            <a:spLocks noChangeArrowheads="1"/>
          </p:cNvSpPr>
          <p:nvPr/>
        </p:nvSpPr>
        <p:spPr bwMode="auto">
          <a:xfrm rot="39431">
            <a:off x="8121650" y="2073275"/>
            <a:ext cx="8699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5400">
                <a:latin typeface="Times New Roman" pitchFamily="18" charset="0"/>
              </a:rPr>
              <a:t>20</a:t>
            </a:r>
          </a:p>
        </p:txBody>
      </p:sp>
      <p:sp>
        <p:nvSpPr>
          <p:cNvPr id="9238" name="Text Box 21"/>
          <p:cNvSpPr txBox="1">
            <a:spLocks noChangeArrowheads="1"/>
          </p:cNvSpPr>
          <p:nvPr/>
        </p:nvSpPr>
        <p:spPr bwMode="auto">
          <a:xfrm rot="56370">
            <a:off x="344488" y="2900363"/>
            <a:ext cx="79375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Times New Roman" pitchFamily="18" charset="0"/>
              </a:rPr>
              <a:t>21</a:t>
            </a:r>
          </a:p>
        </p:txBody>
      </p:sp>
      <p:sp>
        <p:nvSpPr>
          <p:cNvPr id="9239" name="Text Box 22"/>
          <p:cNvSpPr txBox="1">
            <a:spLocks noChangeArrowheads="1"/>
          </p:cNvSpPr>
          <p:nvPr/>
        </p:nvSpPr>
        <p:spPr bwMode="auto">
          <a:xfrm rot="42008">
            <a:off x="1435100" y="2962275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22</a:t>
            </a:r>
            <a:endParaRPr lang="en-US" sz="4800">
              <a:latin typeface="Times New Roman" pitchFamily="18" charset="0"/>
            </a:endParaRPr>
          </a:p>
        </p:txBody>
      </p:sp>
      <p:sp>
        <p:nvSpPr>
          <p:cNvPr id="9240" name="Text Box 23"/>
          <p:cNvSpPr txBox="1">
            <a:spLocks noChangeArrowheads="1"/>
          </p:cNvSpPr>
          <p:nvPr/>
        </p:nvSpPr>
        <p:spPr bwMode="auto">
          <a:xfrm>
            <a:off x="2452688" y="3022600"/>
            <a:ext cx="59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Times New Roman" pitchFamily="18" charset="0"/>
              </a:rPr>
              <a:t>23</a:t>
            </a:r>
          </a:p>
        </p:txBody>
      </p:sp>
      <p:sp>
        <p:nvSpPr>
          <p:cNvPr id="9241" name="Text Box 24"/>
          <p:cNvSpPr txBox="1">
            <a:spLocks noChangeArrowheads="1"/>
          </p:cNvSpPr>
          <p:nvPr/>
        </p:nvSpPr>
        <p:spPr bwMode="auto">
          <a:xfrm rot="11437">
            <a:off x="3035300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24</a:t>
            </a:r>
          </a:p>
        </p:txBody>
      </p:sp>
      <p:sp>
        <p:nvSpPr>
          <p:cNvPr id="9242" name="Text Box 25"/>
          <p:cNvSpPr txBox="1">
            <a:spLocks noChangeArrowheads="1"/>
          </p:cNvSpPr>
          <p:nvPr/>
        </p:nvSpPr>
        <p:spPr bwMode="auto">
          <a:xfrm rot="54360">
            <a:off x="3795713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25</a:t>
            </a:r>
          </a:p>
        </p:txBody>
      </p:sp>
      <p:sp>
        <p:nvSpPr>
          <p:cNvPr id="9243" name="Text Box 26"/>
          <p:cNvSpPr txBox="1">
            <a:spLocks noChangeArrowheads="1"/>
          </p:cNvSpPr>
          <p:nvPr/>
        </p:nvSpPr>
        <p:spPr bwMode="auto">
          <a:xfrm rot="37576">
            <a:off x="4684713" y="2962275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26</a:t>
            </a:r>
          </a:p>
        </p:txBody>
      </p:sp>
      <p:sp>
        <p:nvSpPr>
          <p:cNvPr id="9244" name="Text Box 27"/>
          <p:cNvSpPr txBox="1">
            <a:spLocks noChangeArrowheads="1"/>
          </p:cNvSpPr>
          <p:nvPr/>
        </p:nvSpPr>
        <p:spPr bwMode="auto">
          <a:xfrm>
            <a:off x="5637213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27</a:t>
            </a:r>
          </a:p>
        </p:txBody>
      </p:sp>
      <p:sp>
        <p:nvSpPr>
          <p:cNvPr id="9245" name="Text Box 28"/>
          <p:cNvSpPr txBox="1">
            <a:spLocks noChangeArrowheads="1"/>
          </p:cNvSpPr>
          <p:nvPr/>
        </p:nvSpPr>
        <p:spPr bwMode="auto">
          <a:xfrm rot="39188">
            <a:off x="6484938" y="2932113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 b="1">
                <a:latin typeface="Times New Roman" pitchFamily="18" charset="0"/>
              </a:rPr>
              <a:t>28</a:t>
            </a:r>
          </a:p>
        </p:txBody>
      </p:sp>
      <p:sp>
        <p:nvSpPr>
          <p:cNvPr id="9246" name="Text Box 29"/>
          <p:cNvSpPr txBox="1">
            <a:spLocks noChangeArrowheads="1"/>
          </p:cNvSpPr>
          <p:nvPr/>
        </p:nvSpPr>
        <p:spPr bwMode="auto">
          <a:xfrm rot="26953">
            <a:off x="7410450" y="3084513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29</a:t>
            </a:r>
          </a:p>
        </p:txBody>
      </p:sp>
      <p:sp>
        <p:nvSpPr>
          <p:cNvPr id="9247" name="Text Box 30"/>
          <p:cNvSpPr txBox="1">
            <a:spLocks noChangeArrowheads="1"/>
          </p:cNvSpPr>
          <p:nvPr/>
        </p:nvSpPr>
        <p:spPr bwMode="auto">
          <a:xfrm>
            <a:off x="8235950" y="2992438"/>
            <a:ext cx="64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30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9248" name="Text Box 31"/>
          <p:cNvSpPr txBox="1">
            <a:spLocks noChangeArrowheads="1"/>
          </p:cNvSpPr>
          <p:nvPr/>
        </p:nvSpPr>
        <p:spPr bwMode="auto">
          <a:xfrm rot="-38672">
            <a:off x="268288" y="3703638"/>
            <a:ext cx="9461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6000">
                <a:latin typeface="Times New Roman" pitchFamily="18" charset="0"/>
              </a:rPr>
              <a:t>31</a:t>
            </a:r>
          </a:p>
        </p:txBody>
      </p:sp>
      <p:sp>
        <p:nvSpPr>
          <p:cNvPr id="9249" name="Text Box 32"/>
          <p:cNvSpPr txBox="1">
            <a:spLocks noChangeArrowheads="1"/>
          </p:cNvSpPr>
          <p:nvPr/>
        </p:nvSpPr>
        <p:spPr bwMode="auto">
          <a:xfrm rot="50979">
            <a:off x="1079500" y="3429000"/>
            <a:ext cx="140335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9600">
                <a:latin typeface="Times New Roman" pitchFamily="18" charset="0"/>
              </a:rPr>
              <a:t>32</a:t>
            </a:r>
          </a:p>
        </p:txBody>
      </p:sp>
      <p:sp>
        <p:nvSpPr>
          <p:cNvPr id="9250" name="Text Box 33"/>
          <p:cNvSpPr txBox="1">
            <a:spLocks noChangeArrowheads="1"/>
          </p:cNvSpPr>
          <p:nvPr/>
        </p:nvSpPr>
        <p:spPr bwMode="auto">
          <a:xfrm rot="35826">
            <a:off x="2354263" y="3795713"/>
            <a:ext cx="79375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Times New Roman" pitchFamily="18" charset="0"/>
              </a:rPr>
              <a:t>33</a:t>
            </a:r>
          </a:p>
        </p:txBody>
      </p:sp>
      <p:sp>
        <p:nvSpPr>
          <p:cNvPr id="9251" name="Text Box 34"/>
          <p:cNvSpPr txBox="1">
            <a:spLocks noChangeArrowheads="1"/>
          </p:cNvSpPr>
          <p:nvPr/>
        </p:nvSpPr>
        <p:spPr bwMode="auto">
          <a:xfrm rot="13092">
            <a:off x="3086100" y="3886200"/>
            <a:ext cx="641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600">
                <a:latin typeface="Times New Roman" pitchFamily="18" charset="0"/>
              </a:rPr>
              <a:t>34</a:t>
            </a:r>
          </a:p>
        </p:txBody>
      </p:sp>
      <p:sp>
        <p:nvSpPr>
          <p:cNvPr id="9252" name="Text Box 35"/>
          <p:cNvSpPr txBox="1">
            <a:spLocks noChangeArrowheads="1"/>
          </p:cNvSpPr>
          <p:nvPr/>
        </p:nvSpPr>
        <p:spPr bwMode="auto">
          <a:xfrm rot="9237">
            <a:off x="3960813" y="40227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>
                <a:latin typeface="Times New Roman" pitchFamily="18" charset="0"/>
              </a:rPr>
              <a:t>35</a:t>
            </a:r>
          </a:p>
        </p:txBody>
      </p:sp>
      <p:sp>
        <p:nvSpPr>
          <p:cNvPr id="9253" name="Text Box 36"/>
          <p:cNvSpPr txBox="1">
            <a:spLocks noChangeArrowheads="1"/>
          </p:cNvSpPr>
          <p:nvPr/>
        </p:nvSpPr>
        <p:spPr bwMode="auto">
          <a:xfrm rot="16258">
            <a:off x="4633913" y="3795713"/>
            <a:ext cx="79375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Times New Roman" pitchFamily="18" charset="0"/>
              </a:rPr>
              <a:t>36</a:t>
            </a:r>
          </a:p>
        </p:txBody>
      </p:sp>
      <p:sp>
        <p:nvSpPr>
          <p:cNvPr id="9254" name="Text Box 37"/>
          <p:cNvSpPr txBox="1">
            <a:spLocks noChangeArrowheads="1"/>
          </p:cNvSpPr>
          <p:nvPr/>
        </p:nvSpPr>
        <p:spPr bwMode="auto">
          <a:xfrm rot="24640">
            <a:off x="5637213" y="3825875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 i="1">
                <a:latin typeface="Times New Roman" pitchFamily="18" charset="0"/>
              </a:rPr>
              <a:t>37</a:t>
            </a:r>
          </a:p>
        </p:txBody>
      </p:sp>
      <p:sp>
        <p:nvSpPr>
          <p:cNvPr id="9255" name="Text Box 38"/>
          <p:cNvSpPr txBox="1">
            <a:spLocks noChangeArrowheads="1"/>
          </p:cNvSpPr>
          <p:nvPr/>
        </p:nvSpPr>
        <p:spPr bwMode="auto">
          <a:xfrm rot="6325">
            <a:off x="6596063" y="3978275"/>
            <a:ext cx="522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Old English" pitchFamily="2" charset="0"/>
              </a:rPr>
              <a:t>38</a:t>
            </a:r>
          </a:p>
        </p:txBody>
      </p:sp>
      <p:sp>
        <p:nvSpPr>
          <p:cNvPr id="9256" name="Text Box 39"/>
          <p:cNvSpPr txBox="1">
            <a:spLocks noChangeArrowheads="1"/>
          </p:cNvSpPr>
          <p:nvPr/>
        </p:nvSpPr>
        <p:spPr bwMode="auto">
          <a:xfrm rot="35599">
            <a:off x="7359650" y="3917950"/>
            <a:ext cx="5905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3200">
                <a:latin typeface="Times New Roman" pitchFamily="18" charset="0"/>
              </a:rPr>
              <a:t>39</a:t>
            </a:r>
          </a:p>
        </p:txBody>
      </p:sp>
      <p:sp>
        <p:nvSpPr>
          <p:cNvPr id="9257" name="Text Box 40"/>
          <p:cNvSpPr txBox="1">
            <a:spLocks noChangeArrowheads="1"/>
          </p:cNvSpPr>
          <p:nvPr/>
        </p:nvSpPr>
        <p:spPr bwMode="auto">
          <a:xfrm rot="16435">
            <a:off x="141288" y="4602163"/>
            <a:ext cx="1200150" cy="1189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7200">
                <a:latin typeface="Arial" charset="0"/>
              </a:rPr>
              <a:t>41</a:t>
            </a:r>
          </a:p>
        </p:txBody>
      </p:sp>
      <p:sp>
        <p:nvSpPr>
          <p:cNvPr id="9258" name="Text Box 41"/>
          <p:cNvSpPr txBox="1">
            <a:spLocks noChangeArrowheads="1"/>
          </p:cNvSpPr>
          <p:nvPr/>
        </p:nvSpPr>
        <p:spPr bwMode="auto">
          <a:xfrm rot="24911">
            <a:off x="2330450" y="4814888"/>
            <a:ext cx="838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Franklin Gothic Demi" pitchFamily="34" charset="0"/>
              </a:rPr>
              <a:t>43</a:t>
            </a:r>
          </a:p>
        </p:txBody>
      </p:sp>
      <p:sp>
        <p:nvSpPr>
          <p:cNvPr id="9259" name="Text Box 42"/>
          <p:cNvSpPr txBox="1">
            <a:spLocks noChangeArrowheads="1"/>
          </p:cNvSpPr>
          <p:nvPr/>
        </p:nvSpPr>
        <p:spPr bwMode="auto">
          <a:xfrm rot="46631">
            <a:off x="3143250" y="4784725"/>
            <a:ext cx="52705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800">
                <a:latin typeface="Onyx" pitchFamily="82" charset="0"/>
              </a:rPr>
              <a:t>44</a:t>
            </a:r>
          </a:p>
        </p:txBody>
      </p:sp>
      <p:sp>
        <p:nvSpPr>
          <p:cNvPr id="9260" name="Text Box 43"/>
          <p:cNvSpPr txBox="1">
            <a:spLocks noChangeArrowheads="1"/>
          </p:cNvSpPr>
          <p:nvPr/>
        </p:nvSpPr>
        <p:spPr bwMode="auto">
          <a:xfrm rot="27469">
            <a:off x="3797300" y="4814888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45</a:t>
            </a:r>
          </a:p>
        </p:txBody>
      </p:sp>
      <p:sp>
        <p:nvSpPr>
          <p:cNvPr id="9261" name="Text Box 44"/>
          <p:cNvSpPr txBox="1">
            <a:spLocks noChangeArrowheads="1"/>
          </p:cNvSpPr>
          <p:nvPr/>
        </p:nvSpPr>
        <p:spPr bwMode="auto">
          <a:xfrm rot="53527">
            <a:off x="4786313" y="4967288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46</a:t>
            </a:r>
          </a:p>
        </p:txBody>
      </p:sp>
      <p:sp>
        <p:nvSpPr>
          <p:cNvPr id="9262" name="Text Box 45"/>
          <p:cNvSpPr txBox="1">
            <a:spLocks noChangeArrowheads="1"/>
          </p:cNvSpPr>
          <p:nvPr/>
        </p:nvSpPr>
        <p:spPr bwMode="auto">
          <a:xfrm>
            <a:off x="5541963" y="4738688"/>
            <a:ext cx="9334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5400">
                <a:latin typeface="Tahoma" pitchFamily="34" charset="0"/>
              </a:rPr>
              <a:t>47</a:t>
            </a:r>
          </a:p>
        </p:txBody>
      </p:sp>
      <p:sp>
        <p:nvSpPr>
          <p:cNvPr id="9263" name="Text Box 46"/>
          <p:cNvSpPr txBox="1">
            <a:spLocks noChangeArrowheads="1"/>
          </p:cNvSpPr>
          <p:nvPr/>
        </p:nvSpPr>
        <p:spPr bwMode="auto">
          <a:xfrm rot="42880">
            <a:off x="6510338" y="4845050"/>
            <a:ext cx="6921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000">
                <a:latin typeface="Times New Roman" pitchFamily="18" charset="0"/>
              </a:rPr>
              <a:t>48</a:t>
            </a:r>
          </a:p>
        </p:txBody>
      </p:sp>
      <p:sp>
        <p:nvSpPr>
          <p:cNvPr id="9264" name="Text Box 47"/>
          <p:cNvSpPr txBox="1">
            <a:spLocks noChangeArrowheads="1"/>
          </p:cNvSpPr>
          <p:nvPr/>
        </p:nvSpPr>
        <p:spPr bwMode="auto">
          <a:xfrm rot="31261">
            <a:off x="7283450" y="4814888"/>
            <a:ext cx="7429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4400">
                <a:latin typeface="Times New Roman" pitchFamily="18" charset="0"/>
              </a:rPr>
              <a:t>49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9265" name="Text Box 48"/>
          <p:cNvSpPr txBox="1">
            <a:spLocks noChangeArrowheads="1"/>
          </p:cNvSpPr>
          <p:nvPr/>
        </p:nvSpPr>
        <p:spPr bwMode="auto">
          <a:xfrm>
            <a:off x="8312150" y="3978275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Times New Roman" pitchFamily="18" charset="0"/>
              </a:rPr>
              <a:t>40</a:t>
            </a:r>
          </a:p>
        </p:txBody>
      </p:sp>
      <p:sp>
        <p:nvSpPr>
          <p:cNvPr id="9266" name="Line 49"/>
          <p:cNvSpPr>
            <a:spLocks noChangeShapeType="1"/>
          </p:cNvSpPr>
          <p:nvPr/>
        </p:nvSpPr>
        <p:spPr bwMode="auto">
          <a:xfrm>
            <a:off x="1136650" y="1219200"/>
            <a:ext cx="0" cy="4500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67" name="Line 50"/>
          <p:cNvSpPr>
            <a:spLocks noChangeShapeType="1"/>
          </p:cNvSpPr>
          <p:nvPr/>
        </p:nvSpPr>
        <p:spPr bwMode="auto">
          <a:xfrm>
            <a:off x="2406650" y="1219200"/>
            <a:ext cx="0" cy="4538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68" name="Line 51"/>
          <p:cNvSpPr>
            <a:spLocks noChangeShapeType="1"/>
          </p:cNvSpPr>
          <p:nvPr/>
        </p:nvSpPr>
        <p:spPr bwMode="auto">
          <a:xfrm>
            <a:off x="3092450" y="1219200"/>
            <a:ext cx="0" cy="4513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69" name="Line 52"/>
          <p:cNvSpPr>
            <a:spLocks noChangeShapeType="1"/>
          </p:cNvSpPr>
          <p:nvPr/>
        </p:nvSpPr>
        <p:spPr bwMode="auto">
          <a:xfrm>
            <a:off x="3795713" y="1219200"/>
            <a:ext cx="0" cy="448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0" name="Line 53"/>
          <p:cNvSpPr>
            <a:spLocks noChangeShapeType="1"/>
          </p:cNvSpPr>
          <p:nvPr/>
        </p:nvSpPr>
        <p:spPr bwMode="auto">
          <a:xfrm>
            <a:off x="5541963" y="1219200"/>
            <a:ext cx="0" cy="452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1" name="Line 54"/>
          <p:cNvSpPr>
            <a:spLocks noChangeShapeType="1"/>
          </p:cNvSpPr>
          <p:nvPr/>
        </p:nvSpPr>
        <p:spPr bwMode="auto">
          <a:xfrm>
            <a:off x="6445250" y="1219200"/>
            <a:ext cx="0" cy="452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2" name="Line 55"/>
          <p:cNvSpPr>
            <a:spLocks noChangeShapeType="1"/>
          </p:cNvSpPr>
          <p:nvPr/>
        </p:nvSpPr>
        <p:spPr bwMode="auto">
          <a:xfrm>
            <a:off x="7232650" y="12192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3" name="Line 56"/>
          <p:cNvSpPr>
            <a:spLocks noChangeShapeType="1"/>
          </p:cNvSpPr>
          <p:nvPr/>
        </p:nvSpPr>
        <p:spPr bwMode="auto">
          <a:xfrm>
            <a:off x="8045450" y="12192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4" name="Line 57"/>
          <p:cNvSpPr>
            <a:spLocks noChangeShapeType="1"/>
          </p:cNvSpPr>
          <p:nvPr/>
        </p:nvSpPr>
        <p:spPr bwMode="auto">
          <a:xfrm>
            <a:off x="4540250" y="1219200"/>
            <a:ext cx="0" cy="452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5" name="Line 58"/>
          <p:cNvSpPr>
            <a:spLocks noChangeShapeType="1"/>
          </p:cNvSpPr>
          <p:nvPr/>
        </p:nvSpPr>
        <p:spPr bwMode="auto">
          <a:xfrm>
            <a:off x="196850" y="2144713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6" name="Rectangle 59"/>
          <p:cNvSpPr>
            <a:spLocks noChangeArrowheads="1"/>
          </p:cNvSpPr>
          <p:nvPr/>
        </p:nvSpPr>
        <p:spPr bwMode="auto">
          <a:xfrm>
            <a:off x="196850" y="1219200"/>
            <a:ext cx="8794750" cy="4513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7" name="Line 60"/>
          <p:cNvSpPr>
            <a:spLocks noChangeShapeType="1"/>
          </p:cNvSpPr>
          <p:nvPr/>
        </p:nvSpPr>
        <p:spPr bwMode="auto">
          <a:xfrm>
            <a:off x="196850" y="2895600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8" name="Line 61"/>
          <p:cNvSpPr>
            <a:spLocks noChangeShapeType="1"/>
          </p:cNvSpPr>
          <p:nvPr/>
        </p:nvSpPr>
        <p:spPr bwMode="auto">
          <a:xfrm>
            <a:off x="196850" y="3641725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79" name="Line 62"/>
          <p:cNvSpPr>
            <a:spLocks noChangeShapeType="1"/>
          </p:cNvSpPr>
          <p:nvPr/>
        </p:nvSpPr>
        <p:spPr bwMode="auto">
          <a:xfrm>
            <a:off x="196850" y="4799013"/>
            <a:ext cx="8794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8815</TotalTime>
  <Words>456</Words>
  <Application>Microsoft Office PowerPoint</Application>
  <PresentationFormat>On-screen Show (4:3)</PresentationFormat>
  <Paragraphs>414</Paragraphs>
  <Slides>8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BASELINE</vt:lpstr>
      <vt:lpstr>SORT</vt:lpstr>
      <vt:lpstr>SET IN ORDER</vt:lpstr>
      <vt:lpstr>SHINE</vt:lpstr>
      <vt:lpstr>STANDARDIZE</vt:lpstr>
      <vt:lpstr>DEFECT IDENTIFICATION</vt:lpstr>
      <vt:lpstr>SUSTAIN</vt:lpstr>
    </vt:vector>
  </TitlesOfParts>
  <Company>George Group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5S Numbers Game for Service</dc:title>
  <dc:creator>George Group</dc:creator>
  <dc:description>© 2006 George Group Consulting, L.P._x000d_
Document Owner: Malcolm Upton</dc:description>
  <cp:lastModifiedBy>nchatri</cp:lastModifiedBy>
  <cp:revision>181</cp:revision>
  <cp:lastPrinted>2012-07-18T12:34:38Z</cp:lastPrinted>
  <dcterms:created xsi:type="dcterms:W3CDTF">2001-08-22T20:52:15Z</dcterms:created>
  <dcterms:modified xsi:type="dcterms:W3CDTF">2015-07-16T11:24:30Z</dcterms:modified>
</cp:coreProperties>
</file>